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imo" charset="1" panose="020B0604020202020204"/>
      <p:regular r:id="rId26"/>
    </p:embeddedFont>
    <p:embeddedFont>
      <p:font typeface="Arimo Bold" charset="1" panose="020B0704020202020204"/>
      <p:regular r:id="rId27"/>
    </p:embeddedFont>
    <p:embeddedFont>
      <p:font typeface="DejaVu Sans Light" charset="1" panose="020B0603030804020204"/>
      <p:regular r:id="rId28"/>
    </p:embeddedFont>
    <p:embeddedFont>
      <p:font typeface="Noto Sans" charset="1" panose="020B050204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11" Target="../media/image47.png" Type="http://schemas.openxmlformats.org/officeDocument/2006/relationships/image"/><Relationship Id="rId12" Target="../media/image48.svg" Type="http://schemas.openxmlformats.org/officeDocument/2006/relationships/image"/><Relationship Id="rId13" Target="../media/image49.png" Type="http://schemas.openxmlformats.org/officeDocument/2006/relationships/image"/><Relationship Id="rId14" Target="../media/image50.svg" Type="http://schemas.openxmlformats.org/officeDocument/2006/relationships/image"/><Relationship Id="rId15" Target="../media/image51.png" Type="http://schemas.openxmlformats.org/officeDocument/2006/relationships/image"/><Relationship Id="rId16" Target="../media/image52.svg" Type="http://schemas.openxmlformats.org/officeDocument/2006/relationships/image"/><Relationship Id="rId2" Target="../media/image38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https://github.com/MinWookGim/AIFFEL_Quest_eng/tree/main/05_LLM/DLthon_RAG/06_%EB%B0%9C%ED%91%9C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273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5596" y="2389346"/>
            <a:ext cx="4010577" cy="29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1">
                <a:solidFill>
                  <a:srgbClr val="8FB8DD"/>
                </a:solidFill>
                <a:latin typeface="Arimo"/>
                <a:ea typeface="Arimo"/>
                <a:cs typeface="Arimo"/>
                <a:sym typeface="Arimo"/>
              </a:rPr>
              <a:t>Re t r i eve r   To o n     ·     D Lt h o 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5596" y="2959437"/>
            <a:ext cx="6856381" cy="89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0"/>
              </a:lnSpc>
            </a:pPr>
            <a:r>
              <a:rPr lang="en-US" b="true" sz="5850" spc="-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그림체, 골라서 그리고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5596" y="3902278"/>
            <a:ext cx="4806001" cy="89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0"/>
              </a:lnSpc>
            </a:pPr>
            <a:r>
              <a:rPr lang="en-US" b="true" sz="5850" spc="-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점수로 확인한다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5596" y="5173589"/>
            <a:ext cx="690756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593" spc="-1">
                <a:solidFill>
                  <a:srgbClr val="A9BDD2"/>
                </a:solidFill>
                <a:latin typeface="Arimo"/>
                <a:ea typeface="Arimo"/>
                <a:cs typeface="Arimo"/>
                <a:sym typeface="Arimo"/>
              </a:rPr>
              <a:t>생성형 이미지의 병목은 생성이 아니라 </a:t>
            </a:r>
            <a:r>
              <a:rPr lang="en-US" b="true" sz="2593" spc="-1">
                <a:solidFill>
                  <a:srgbClr val="FFD479"/>
                </a:solidFill>
                <a:latin typeface="Arimo Bold"/>
                <a:ea typeface="Arimo Bold"/>
                <a:cs typeface="Arimo Bold"/>
                <a:sym typeface="Arimo Bold"/>
              </a:rPr>
              <a:t>검수</a:t>
            </a:r>
            <a:r>
              <a:rPr lang="en-US" sz="2593" spc="-1">
                <a:solidFill>
                  <a:srgbClr val="A9BDD2"/>
                </a:solidFill>
                <a:latin typeface="Arimo"/>
                <a:ea typeface="Arimo"/>
                <a:cs typeface="Arimo"/>
                <a:sym typeface="Arimo"/>
              </a:rPr>
              <a:t>입니다.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5596" y="5559685"/>
            <a:ext cx="11795760" cy="39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593" spc="-1">
                <a:solidFill>
                  <a:srgbClr val="A9BDD2"/>
                </a:solidFill>
                <a:latin typeface="Arimo"/>
                <a:ea typeface="Arimo"/>
                <a:cs typeface="Arimo"/>
                <a:sym typeface="Arimo"/>
              </a:rPr>
              <a:t>어떤 생성 모델에서든 "원하는 결과가 나왔는지"를 자동으로 재는 평가 인프라를 만듭니다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5596" y="6487211"/>
            <a:ext cx="10391756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8FB8DD"/>
                </a:solidFill>
                <a:latin typeface="Arimo"/>
                <a:ea typeface="Arimo"/>
                <a:cs typeface="Arimo"/>
                <a:sym typeface="Arimo"/>
              </a:rPr>
              <a:t>첫 번째 적용처로 </a:t>
            </a:r>
            <a:r>
              <a:rPr lang="en-US" b="true" sz="2025" spc="-1">
                <a:solidFill>
                  <a:srgbClr val="8FB8DD"/>
                </a:solidFill>
                <a:latin typeface="Arimo Bold"/>
                <a:ea typeface="Arimo Bold"/>
                <a:cs typeface="Arimo Bold"/>
                <a:sym typeface="Arimo Bold"/>
              </a:rPr>
              <a:t>4컷 만화</a:t>
            </a:r>
            <a:r>
              <a:rPr lang="en-US" sz="2025" spc="-1">
                <a:solidFill>
                  <a:srgbClr val="8FB8DD"/>
                </a:solidFill>
                <a:latin typeface="Arimo"/>
                <a:ea typeface="Arimo"/>
                <a:cs typeface="Arimo"/>
                <a:sym typeface="Arimo"/>
              </a:rPr>
              <a:t>를 골라, 고른 그림체의 실물을 검색해 물리고 컷마다 점수를 받게 했습니다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5596" y="7474877"/>
            <a:ext cx="5106238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A9BDD2"/>
                </a:solidFill>
                <a:latin typeface="Arimo"/>
                <a:ea typeface="Arimo"/>
                <a:cs typeface="Arimo"/>
                <a:sym typeface="Arimo"/>
              </a:rPr>
              <a:t>김민욱 · 강경수 · 김수경 · 조희연 · 채진현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596" y="633813"/>
            <a:ext cx="7129082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먼저 한 가지만 맞혀보시겠습니까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64190" y="2113429"/>
            <a:ext cx="14425720" cy="7640274"/>
            <a:chOff x="0" y="0"/>
            <a:chExt cx="17982717" cy="95241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82692" cy="9524111"/>
            </a:xfrm>
            <a:custGeom>
              <a:avLst/>
              <a:gdLst/>
              <a:ahLst/>
              <a:cxnLst/>
              <a:rect r="r" b="b" t="t" l="l"/>
              <a:pathLst>
                <a:path h="9524111" w="17982692">
                  <a:moveTo>
                    <a:pt x="0" y="0"/>
                  </a:moveTo>
                  <a:lnTo>
                    <a:pt x="17982692" y="0"/>
                  </a:lnTo>
                  <a:lnTo>
                    <a:pt x="17982692" y="9524111"/>
                  </a:lnTo>
                  <a:lnTo>
                    <a:pt x="0" y="9524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4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85596" y="1578616"/>
            <a:ext cx="11401558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둘 다 "이 그림체로 그려줘"라고 요청해서 나온 4컷입니다. </a:t>
            </a:r>
            <a:r>
              <a:rPr lang="en-US" b="true" sz="2370" spc="-1">
                <a:solidFill>
                  <a:srgbClr val="6B6B6B"/>
                </a:solidFill>
                <a:latin typeface="Arimo Bold"/>
                <a:ea typeface="Arimo Bold"/>
                <a:cs typeface="Arimo Bold"/>
                <a:sym typeface="Arimo Bold"/>
              </a:rPr>
              <a:t>요청대로 나온 건 어느 쪽일까요?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25797" y="9862214"/>
            <a:ext cx="490318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2 / 17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2018" y="7240444"/>
            <a:ext cx="700916" cy="614524"/>
            <a:chOff x="0" y="0"/>
            <a:chExt cx="934555" cy="819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4593" cy="819404"/>
            </a:xfrm>
            <a:custGeom>
              <a:avLst/>
              <a:gdLst/>
              <a:ahLst/>
              <a:cxnLst/>
              <a:rect r="r" b="b" t="t" l="l"/>
              <a:pathLst>
                <a:path h="819404" w="934593">
                  <a:moveTo>
                    <a:pt x="0" y="0"/>
                  </a:moveTo>
                  <a:lnTo>
                    <a:pt x="934593" y="0"/>
                  </a:lnTo>
                  <a:lnTo>
                    <a:pt x="934593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52401" y="7240444"/>
            <a:ext cx="2629262" cy="614524"/>
            <a:chOff x="0" y="0"/>
            <a:chExt cx="3505683" cy="8193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05708" cy="819404"/>
            </a:xfrm>
            <a:custGeom>
              <a:avLst/>
              <a:gdLst/>
              <a:ahLst/>
              <a:cxnLst/>
              <a:rect r="r" b="b" t="t" l="l"/>
              <a:pathLst>
                <a:path h="819404" w="3505708">
                  <a:moveTo>
                    <a:pt x="0" y="0"/>
                  </a:moveTo>
                  <a:lnTo>
                    <a:pt x="3505708" y="0"/>
                  </a:lnTo>
                  <a:lnTo>
                    <a:pt x="3505708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81120" y="7240444"/>
            <a:ext cx="2729703" cy="614524"/>
            <a:chOff x="0" y="0"/>
            <a:chExt cx="3639604" cy="8193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39566" cy="819404"/>
            </a:xfrm>
            <a:custGeom>
              <a:avLst/>
              <a:gdLst/>
              <a:ahLst/>
              <a:cxnLst/>
              <a:rect r="r" b="b" t="t" l="l"/>
              <a:pathLst>
                <a:path h="819404" w="3639566">
                  <a:moveTo>
                    <a:pt x="0" y="0"/>
                  </a:moveTo>
                  <a:lnTo>
                    <a:pt x="3639566" y="0"/>
                  </a:lnTo>
                  <a:lnTo>
                    <a:pt x="3639566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10280" y="7240444"/>
            <a:ext cx="1715043" cy="614524"/>
            <a:chOff x="0" y="0"/>
            <a:chExt cx="2286724" cy="8193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762" cy="819404"/>
            </a:xfrm>
            <a:custGeom>
              <a:avLst/>
              <a:gdLst/>
              <a:ahLst/>
              <a:cxnLst/>
              <a:rect r="r" b="b" t="t" l="l"/>
              <a:pathLst>
                <a:path h="819404" w="2286762">
                  <a:moveTo>
                    <a:pt x="0" y="0"/>
                  </a:moveTo>
                  <a:lnTo>
                    <a:pt x="2286762" y="0"/>
                  </a:lnTo>
                  <a:lnTo>
                    <a:pt x="2286762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52096" y="7229365"/>
            <a:ext cx="15116" cy="629098"/>
            <a:chOff x="0" y="0"/>
            <a:chExt cx="20155" cy="8387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652401" y="7225861"/>
            <a:ext cx="14583" cy="629098"/>
            <a:chOff x="0" y="0"/>
            <a:chExt cx="19444" cy="838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67080" y="7225861"/>
            <a:ext cx="14583" cy="629098"/>
            <a:chOff x="0" y="0"/>
            <a:chExt cx="19444" cy="8387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573459" y="6277509"/>
            <a:ext cx="2743743" cy="15116"/>
            <a:chOff x="0" y="0"/>
            <a:chExt cx="3658324" cy="201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8362" cy="20193"/>
            </a:xfrm>
            <a:custGeom>
              <a:avLst/>
              <a:gdLst/>
              <a:ahLst/>
              <a:cxnLst/>
              <a:rect r="r" b="b" t="t" l="l"/>
              <a:pathLst>
                <a:path h="20193" w="3658362">
                  <a:moveTo>
                    <a:pt x="0" y="0"/>
                  </a:moveTo>
                  <a:lnTo>
                    <a:pt x="3658362" y="0"/>
                  </a:lnTo>
                  <a:lnTo>
                    <a:pt x="365836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010280" y="7225861"/>
            <a:ext cx="14583" cy="629098"/>
            <a:chOff x="0" y="0"/>
            <a:chExt cx="19444" cy="8387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6659" y="6277509"/>
            <a:ext cx="1701003" cy="15116"/>
            <a:chOff x="0" y="0"/>
            <a:chExt cx="2268004" cy="201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966" cy="20193"/>
            </a:xfrm>
            <a:custGeom>
              <a:avLst/>
              <a:gdLst/>
              <a:ahLst/>
              <a:cxnLst/>
              <a:rect r="r" b="b" t="t" l="l"/>
              <a:pathLst>
                <a:path h="20193" w="2267966">
                  <a:moveTo>
                    <a:pt x="0" y="0"/>
                  </a:moveTo>
                  <a:lnTo>
                    <a:pt x="2267966" y="0"/>
                  </a:lnTo>
                  <a:lnTo>
                    <a:pt x="226796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710197" y="7225861"/>
            <a:ext cx="15116" cy="629098"/>
            <a:chOff x="0" y="0"/>
            <a:chExt cx="20155" cy="8387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952096" y="7857929"/>
            <a:ext cx="15116" cy="657720"/>
            <a:chOff x="0" y="0"/>
            <a:chExt cx="20155" cy="876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93" cy="876935"/>
            </a:xfrm>
            <a:custGeom>
              <a:avLst/>
              <a:gdLst/>
              <a:ahLst/>
              <a:cxnLst/>
              <a:rect r="r" b="b" t="t" l="l"/>
              <a:pathLst>
                <a:path h="8769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76935"/>
                  </a:lnTo>
                  <a:lnTo>
                    <a:pt x="0" y="876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52018" y="7840386"/>
            <a:ext cx="714956" cy="14583"/>
            <a:chOff x="0" y="0"/>
            <a:chExt cx="953275" cy="194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3262" cy="19431"/>
            </a:xfrm>
            <a:custGeom>
              <a:avLst/>
              <a:gdLst/>
              <a:ahLst/>
              <a:cxnLst/>
              <a:rect r="r" b="b" t="t" l="l"/>
              <a:pathLst>
                <a:path h="19431" w="953262">
                  <a:moveTo>
                    <a:pt x="0" y="0"/>
                  </a:moveTo>
                  <a:lnTo>
                    <a:pt x="953262" y="0"/>
                  </a:lnTo>
                  <a:lnTo>
                    <a:pt x="9532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652401" y="7854425"/>
            <a:ext cx="14583" cy="657720"/>
            <a:chOff x="0" y="0"/>
            <a:chExt cx="19444" cy="876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431" cy="876935"/>
            </a:xfrm>
            <a:custGeom>
              <a:avLst/>
              <a:gdLst/>
              <a:ahLst/>
              <a:cxnLst/>
              <a:rect r="r" b="b" t="t" l="l"/>
              <a:pathLst>
                <a:path h="8769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76935"/>
                  </a:lnTo>
                  <a:lnTo>
                    <a:pt x="0" y="876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666441" y="7840386"/>
            <a:ext cx="2615222" cy="14583"/>
            <a:chOff x="0" y="0"/>
            <a:chExt cx="3486963" cy="194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86912" cy="19431"/>
            </a:xfrm>
            <a:custGeom>
              <a:avLst/>
              <a:gdLst/>
              <a:ahLst/>
              <a:cxnLst/>
              <a:rect r="r" b="b" t="t" l="l"/>
              <a:pathLst>
                <a:path h="19431" w="3486912">
                  <a:moveTo>
                    <a:pt x="0" y="0"/>
                  </a:moveTo>
                  <a:lnTo>
                    <a:pt x="3486912" y="0"/>
                  </a:lnTo>
                  <a:lnTo>
                    <a:pt x="348691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67080" y="7854425"/>
            <a:ext cx="14583" cy="657720"/>
            <a:chOff x="0" y="0"/>
            <a:chExt cx="19444" cy="876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431" cy="876935"/>
            </a:xfrm>
            <a:custGeom>
              <a:avLst/>
              <a:gdLst/>
              <a:ahLst/>
              <a:cxnLst/>
              <a:rect r="r" b="b" t="t" l="l"/>
              <a:pathLst>
                <a:path h="8769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76935"/>
                  </a:lnTo>
                  <a:lnTo>
                    <a:pt x="0" y="876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81120" y="7840386"/>
            <a:ext cx="2743743" cy="14583"/>
            <a:chOff x="0" y="0"/>
            <a:chExt cx="3658324" cy="194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58362" cy="19431"/>
            </a:xfrm>
            <a:custGeom>
              <a:avLst/>
              <a:gdLst/>
              <a:ahLst/>
              <a:cxnLst/>
              <a:rect r="r" b="b" t="t" l="l"/>
              <a:pathLst>
                <a:path h="19431" w="3658362">
                  <a:moveTo>
                    <a:pt x="0" y="0"/>
                  </a:moveTo>
                  <a:lnTo>
                    <a:pt x="3658362" y="0"/>
                  </a:lnTo>
                  <a:lnTo>
                    <a:pt x="36583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010280" y="7854425"/>
            <a:ext cx="14583" cy="657720"/>
            <a:chOff x="0" y="0"/>
            <a:chExt cx="19444" cy="876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431" cy="876935"/>
            </a:xfrm>
            <a:custGeom>
              <a:avLst/>
              <a:gdLst/>
              <a:ahLst/>
              <a:cxnLst/>
              <a:rect r="r" b="b" t="t" l="l"/>
              <a:pathLst>
                <a:path h="8769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76935"/>
                  </a:lnTo>
                  <a:lnTo>
                    <a:pt x="0" y="876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024320" y="7840386"/>
            <a:ext cx="1701003" cy="14583"/>
            <a:chOff x="0" y="0"/>
            <a:chExt cx="2268004" cy="194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67966" cy="19431"/>
            </a:xfrm>
            <a:custGeom>
              <a:avLst/>
              <a:gdLst/>
              <a:ahLst/>
              <a:cxnLst/>
              <a:rect r="r" b="b" t="t" l="l"/>
              <a:pathLst>
                <a:path h="19431" w="2267966">
                  <a:moveTo>
                    <a:pt x="0" y="0"/>
                  </a:moveTo>
                  <a:lnTo>
                    <a:pt x="2267966" y="0"/>
                  </a:lnTo>
                  <a:lnTo>
                    <a:pt x="226796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710197" y="7854425"/>
            <a:ext cx="15116" cy="657720"/>
            <a:chOff x="0" y="0"/>
            <a:chExt cx="20155" cy="876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93" cy="876935"/>
            </a:xfrm>
            <a:custGeom>
              <a:avLst/>
              <a:gdLst/>
              <a:ahLst/>
              <a:cxnLst/>
              <a:rect r="r" b="b" t="t" l="l"/>
              <a:pathLst>
                <a:path h="8769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76935"/>
                  </a:lnTo>
                  <a:lnTo>
                    <a:pt x="0" y="876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952096" y="8515106"/>
            <a:ext cx="15116" cy="658263"/>
            <a:chOff x="0" y="0"/>
            <a:chExt cx="20155" cy="8776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193" cy="877697"/>
            </a:xfrm>
            <a:custGeom>
              <a:avLst/>
              <a:gdLst/>
              <a:ahLst/>
              <a:cxnLst/>
              <a:rect r="r" b="b" t="t" l="l"/>
              <a:pathLst>
                <a:path h="877697" w="20193">
                  <a:moveTo>
                    <a:pt x="0" y="0"/>
                  </a:moveTo>
                  <a:lnTo>
                    <a:pt x="20193" y="0"/>
                  </a:lnTo>
                  <a:lnTo>
                    <a:pt x="20193" y="877697"/>
                  </a:lnTo>
                  <a:lnTo>
                    <a:pt x="0" y="877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952018" y="8497563"/>
            <a:ext cx="714956" cy="14583"/>
            <a:chOff x="0" y="0"/>
            <a:chExt cx="953275" cy="194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3262" cy="19431"/>
            </a:xfrm>
            <a:custGeom>
              <a:avLst/>
              <a:gdLst/>
              <a:ahLst/>
              <a:cxnLst/>
              <a:rect r="r" b="b" t="t" l="l"/>
              <a:pathLst>
                <a:path h="19431" w="953262">
                  <a:moveTo>
                    <a:pt x="0" y="0"/>
                  </a:moveTo>
                  <a:lnTo>
                    <a:pt x="953262" y="0"/>
                  </a:lnTo>
                  <a:lnTo>
                    <a:pt x="9532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652401" y="8511603"/>
            <a:ext cx="14583" cy="658263"/>
            <a:chOff x="0" y="0"/>
            <a:chExt cx="19444" cy="8776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431" cy="877697"/>
            </a:xfrm>
            <a:custGeom>
              <a:avLst/>
              <a:gdLst/>
              <a:ahLst/>
              <a:cxnLst/>
              <a:rect r="r" b="b" t="t" l="l"/>
              <a:pathLst>
                <a:path h="877697" w="19431">
                  <a:moveTo>
                    <a:pt x="0" y="0"/>
                  </a:moveTo>
                  <a:lnTo>
                    <a:pt x="19431" y="0"/>
                  </a:lnTo>
                  <a:lnTo>
                    <a:pt x="19431" y="877697"/>
                  </a:lnTo>
                  <a:lnTo>
                    <a:pt x="0" y="877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666441" y="8497563"/>
            <a:ext cx="2615222" cy="14583"/>
            <a:chOff x="0" y="0"/>
            <a:chExt cx="3486963" cy="194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86912" cy="19431"/>
            </a:xfrm>
            <a:custGeom>
              <a:avLst/>
              <a:gdLst/>
              <a:ahLst/>
              <a:cxnLst/>
              <a:rect r="r" b="b" t="t" l="l"/>
              <a:pathLst>
                <a:path h="19431" w="3486912">
                  <a:moveTo>
                    <a:pt x="0" y="0"/>
                  </a:moveTo>
                  <a:lnTo>
                    <a:pt x="3486912" y="0"/>
                  </a:lnTo>
                  <a:lnTo>
                    <a:pt x="348691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67080" y="8511603"/>
            <a:ext cx="14583" cy="658263"/>
            <a:chOff x="0" y="0"/>
            <a:chExt cx="19444" cy="8776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431" cy="877697"/>
            </a:xfrm>
            <a:custGeom>
              <a:avLst/>
              <a:gdLst/>
              <a:ahLst/>
              <a:cxnLst/>
              <a:rect r="r" b="b" t="t" l="l"/>
              <a:pathLst>
                <a:path h="877697" w="19431">
                  <a:moveTo>
                    <a:pt x="0" y="0"/>
                  </a:moveTo>
                  <a:lnTo>
                    <a:pt x="19431" y="0"/>
                  </a:lnTo>
                  <a:lnTo>
                    <a:pt x="19431" y="877697"/>
                  </a:lnTo>
                  <a:lnTo>
                    <a:pt x="0" y="877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81120" y="8497563"/>
            <a:ext cx="2743743" cy="14583"/>
            <a:chOff x="0" y="0"/>
            <a:chExt cx="3658324" cy="194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8362" cy="19431"/>
            </a:xfrm>
            <a:custGeom>
              <a:avLst/>
              <a:gdLst/>
              <a:ahLst/>
              <a:cxnLst/>
              <a:rect r="r" b="b" t="t" l="l"/>
              <a:pathLst>
                <a:path h="19431" w="3658362">
                  <a:moveTo>
                    <a:pt x="0" y="0"/>
                  </a:moveTo>
                  <a:lnTo>
                    <a:pt x="3658362" y="0"/>
                  </a:lnTo>
                  <a:lnTo>
                    <a:pt x="36583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010280" y="8511603"/>
            <a:ext cx="14583" cy="658263"/>
            <a:chOff x="0" y="0"/>
            <a:chExt cx="19444" cy="8776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431" cy="877697"/>
            </a:xfrm>
            <a:custGeom>
              <a:avLst/>
              <a:gdLst/>
              <a:ahLst/>
              <a:cxnLst/>
              <a:rect r="r" b="b" t="t" l="l"/>
              <a:pathLst>
                <a:path h="877697" w="19431">
                  <a:moveTo>
                    <a:pt x="0" y="0"/>
                  </a:moveTo>
                  <a:lnTo>
                    <a:pt x="19431" y="0"/>
                  </a:lnTo>
                  <a:lnTo>
                    <a:pt x="19431" y="877697"/>
                  </a:lnTo>
                  <a:lnTo>
                    <a:pt x="0" y="877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024320" y="8497563"/>
            <a:ext cx="1701003" cy="14583"/>
            <a:chOff x="0" y="0"/>
            <a:chExt cx="2268004" cy="194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67966" cy="19431"/>
            </a:xfrm>
            <a:custGeom>
              <a:avLst/>
              <a:gdLst/>
              <a:ahLst/>
              <a:cxnLst/>
              <a:rect r="r" b="b" t="t" l="l"/>
              <a:pathLst>
                <a:path h="19431" w="2267966">
                  <a:moveTo>
                    <a:pt x="0" y="0"/>
                  </a:moveTo>
                  <a:lnTo>
                    <a:pt x="2267966" y="0"/>
                  </a:lnTo>
                  <a:lnTo>
                    <a:pt x="226796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710197" y="8511603"/>
            <a:ext cx="15116" cy="658263"/>
            <a:chOff x="0" y="0"/>
            <a:chExt cx="20155" cy="8776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193" cy="877697"/>
            </a:xfrm>
            <a:custGeom>
              <a:avLst/>
              <a:gdLst/>
              <a:ahLst/>
              <a:cxnLst/>
              <a:rect r="r" b="b" t="t" l="l"/>
              <a:pathLst>
                <a:path h="877697" w="20193">
                  <a:moveTo>
                    <a:pt x="0" y="0"/>
                  </a:moveTo>
                  <a:lnTo>
                    <a:pt x="20193" y="0"/>
                  </a:lnTo>
                  <a:lnTo>
                    <a:pt x="20193" y="877697"/>
                  </a:lnTo>
                  <a:lnTo>
                    <a:pt x="0" y="877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952018" y="9154750"/>
            <a:ext cx="714956" cy="15116"/>
            <a:chOff x="0" y="0"/>
            <a:chExt cx="953275" cy="2015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53262" cy="20193"/>
            </a:xfrm>
            <a:custGeom>
              <a:avLst/>
              <a:gdLst/>
              <a:ahLst/>
              <a:cxnLst/>
              <a:rect r="r" b="b" t="t" l="l"/>
              <a:pathLst>
                <a:path h="20193" w="953262">
                  <a:moveTo>
                    <a:pt x="0" y="0"/>
                  </a:moveTo>
                  <a:lnTo>
                    <a:pt x="953262" y="0"/>
                  </a:lnTo>
                  <a:lnTo>
                    <a:pt x="95326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666441" y="9154750"/>
            <a:ext cx="2615222" cy="15116"/>
            <a:chOff x="0" y="0"/>
            <a:chExt cx="3486963" cy="2015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86912" cy="20193"/>
            </a:xfrm>
            <a:custGeom>
              <a:avLst/>
              <a:gdLst/>
              <a:ahLst/>
              <a:cxnLst/>
              <a:rect r="r" b="b" t="t" l="l"/>
              <a:pathLst>
                <a:path h="20193" w="3486912">
                  <a:moveTo>
                    <a:pt x="0" y="0"/>
                  </a:moveTo>
                  <a:lnTo>
                    <a:pt x="3486912" y="0"/>
                  </a:lnTo>
                  <a:lnTo>
                    <a:pt x="348691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281120" y="9154750"/>
            <a:ext cx="2743743" cy="15116"/>
            <a:chOff x="0" y="0"/>
            <a:chExt cx="3658324" cy="2015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58362" cy="20193"/>
            </a:xfrm>
            <a:custGeom>
              <a:avLst/>
              <a:gdLst/>
              <a:ahLst/>
              <a:cxnLst/>
              <a:rect r="r" b="b" t="t" l="l"/>
              <a:pathLst>
                <a:path h="20193" w="3658362">
                  <a:moveTo>
                    <a:pt x="0" y="0"/>
                  </a:moveTo>
                  <a:lnTo>
                    <a:pt x="3658362" y="0"/>
                  </a:lnTo>
                  <a:lnTo>
                    <a:pt x="365836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024320" y="9154750"/>
            <a:ext cx="1701003" cy="15116"/>
            <a:chOff x="0" y="0"/>
            <a:chExt cx="2268004" cy="2015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67966" cy="20193"/>
            </a:xfrm>
            <a:custGeom>
              <a:avLst/>
              <a:gdLst/>
              <a:ahLst/>
              <a:cxnLst/>
              <a:rect r="r" b="b" t="t" l="l"/>
              <a:pathLst>
                <a:path h="20193" w="2267966">
                  <a:moveTo>
                    <a:pt x="0" y="0"/>
                  </a:moveTo>
                  <a:lnTo>
                    <a:pt x="2267966" y="0"/>
                  </a:lnTo>
                  <a:lnTo>
                    <a:pt x="226796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1238699" y="7997529"/>
            <a:ext cx="814864" cy="357483"/>
          </a:xfrm>
          <a:custGeom>
            <a:avLst/>
            <a:gdLst/>
            <a:ahLst/>
            <a:cxnLst/>
            <a:rect r="r" b="b" t="t" l="l"/>
            <a:pathLst>
              <a:path h="357483" w="814864">
                <a:moveTo>
                  <a:pt x="0" y="0"/>
                </a:moveTo>
                <a:lnTo>
                  <a:pt x="814864" y="0"/>
                </a:lnTo>
                <a:lnTo>
                  <a:pt x="814864" y="357483"/>
                </a:lnTo>
                <a:lnTo>
                  <a:pt x="0" y="3574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1238699" y="8654706"/>
            <a:ext cx="814864" cy="358016"/>
          </a:xfrm>
          <a:custGeom>
            <a:avLst/>
            <a:gdLst/>
            <a:ahLst/>
            <a:cxnLst/>
            <a:rect r="r" b="b" t="t" l="l"/>
            <a:pathLst>
              <a:path h="358016" w="814864">
                <a:moveTo>
                  <a:pt x="0" y="0"/>
                </a:moveTo>
                <a:lnTo>
                  <a:pt x="814864" y="0"/>
                </a:lnTo>
                <a:lnTo>
                  <a:pt x="814864" y="358017"/>
                </a:lnTo>
                <a:lnTo>
                  <a:pt x="0" y="358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2916265" y="2026934"/>
            <a:ext cx="12202796" cy="5122728"/>
          </a:xfrm>
          <a:custGeom>
            <a:avLst/>
            <a:gdLst/>
            <a:ahLst/>
            <a:cxnLst/>
            <a:rect r="r" b="b" t="t" l="l"/>
            <a:pathLst>
              <a:path h="5122728" w="12202796">
                <a:moveTo>
                  <a:pt x="0" y="0"/>
                </a:moveTo>
                <a:lnTo>
                  <a:pt x="12202795" y="0"/>
                </a:lnTo>
                <a:lnTo>
                  <a:pt x="12202795" y="5122727"/>
                </a:lnTo>
                <a:lnTo>
                  <a:pt x="0" y="5122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885596" y="633813"/>
            <a:ext cx="3253502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답은 A 입니다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85596" y="1585847"/>
            <a:ext cx="1129609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B 는 </a:t>
            </a:r>
            <a:r>
              <a:rPr lang="en-US" b="true" sz="2370" spc="-1">
                <a:solidFill>
                  <a:srgbClr val="6B6B6B"/>
                </a:solidFill>
                <a:latin typeface="Arimo Bold"/>
                <a:ea typeface="Arimo Bold"/>
                <a:cs typeface="Arimo Bold"/>
                <a:sym typeface="Arimo Bold"/>
              </a:rPr>
              <a:t>수묵화(가는 펜선)</a:t>
            </a: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를 요청한 결과로 그림체와 생성된 이미지 그림체가 다릅니다.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879734" y="7371860"/>
            <a:ext cx="1516856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요청한 그림체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496042" y="7371860"/>
            <a:ext cx="1578416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실제로 나온 것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236537" y="7371860"/>
            <a:ext cx="1031938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컷별 점수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176655" y="8026885"/>
            <a:ext cx="25649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879734" y="8026885"/>
            <a:ext cx="15168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바로크 유화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8496042" y="8026885"/>
            <a:ext cx="1977476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4컷 다 목표와 일치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422303" y="8039496"/>
            <a:ext cx="442255" cy="26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 / 4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176655" y="8684062"/>
            <a:ext cx="25649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B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879734" y="8684062"/>
            <a:ext cx="217779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수묵화 (가는 펜선)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8496042" y="8684062"/>
            <a:ext cx="201156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4컷 다 수묵화 아님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422303" y="8696673"/>
            <a:ext cx="442255" cy="26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 / 4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652969" y="9441050"/>
            <a:ext cx="1566362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804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네 컷이 서로 잘 어울리기까지 해서 </a:t>
            </a:r>
            <a:r>
              <a:rPr lang="en-US" b="true" sz="2804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사람 눈으로는 판단이 흔들립니다.</a:t>
            </a:r>
            <a:r>
              <a:rPr lang="en-US" sz="2804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저희 채점기는 판단이 가능합니다.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7259300" y="9869675"/>
            <a:ext cx="490318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3 / 17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596" y="633813"/>
            <a:ext cx="11766061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그림은 넘치는데, 맞게 나왔는지는 아무도 안 재줍니다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9636" y="3485702"/>
            <a:ext cx="4444203" cy="615058"/>
            <a:chOff x="0" y="0"/>
            <a:chExt cx="5925604" cy="8200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25566" cy="820039"/>
            </a:xfrm>
            <a:custGeom>
              <a:avLst/>
              <a:gdLst/>
              <a:ahLst/>
              <a:cxnLst/>
              <a:rect r="r" b="b" t="t" l="l"/>
              <a:pathLst>
                <a:path h="820039" w="5925566">
                  <a:moveTo>
                    <a:pt x="0" y="0"/>
                  </a:moveTo>
                  <a:lnTo>
                    <a:pt x="5925566" y="0"/>
                  </a:lnTo>
                  <a:lnTo>
                    <a:pt x="5925566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343296" y="3485702"/>
            <a:ext cx="7586996" cy="615058"/>
            <a:chOff x="0" y="0"/>
            <a:chExt cx="10115994" cy="8200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16058" cy="820039"/>
            </a:xfrm>
            <a:custGeom>
              <a:avLst/>
              <a:gdLst/>
              <a:ahLst/>
              <a:cxnLst/>
              <a:rect r="r" b="b" t="t" l="l"/>
              <a:pathLst>
                <a:path h="820039" w="10116058">
                  <a:moveTo>
                    <a:pt x="0" y="0"/>
                  </a:moveTo>
                  <a:lnTo>
                    <a:pt x="10116058" y="0"/>
                  </a:lnTo>
                  <a:lnTo>
                    <a:pt x="10116058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929759" y="3485702"/>
            <a:ext cx="4472816" cy="615058"/>
            <a:chOff x="0" y="0"/>
            <a:chExt cx="5963755" cy="8200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3793" cy="820039"/>
            </a:xfrm>
            <a:custGeom>
              <a:avLst/>
              <a:gdLst/>
              <a:ahLst/>
              <a:cxnLst/>
              <a:rect r="r" b="b" t="t" l="l"/>
              <a:pathLst>
                <a:path h="820039" w="5963793">
                  <a:moveTo>
                    <a:pt x="0" y="0"/>
                  </a:moveTo>
                  <a:lnTo>
                    <a:pt x="5963793" y="0"/>
                  </a:lnTo>
                  <a:lnTo>
                    <a:pt x="59637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99636" y="6014523"/>
            <a:ext cx="4444203" cy="629641"/>
            <a:chOff x="0" y="0"/>
            <a:chExt cx="5925604" cy="8395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25566" cy="839470"/>
            </a:xfrm>
            <a:custGeom>
              <a:avLst/>
              <a:gdLst/>
              <a:ahLst/>
              <a:cxnLst/>
              <a:rect r="r" b="b" t="t" l="l"/>
              <a:pathLst>
                <a:path h="839470" w="5925566">
                  <a:moveTo>
                    <a:pt x="0" y="0"/>
                  </a:moveTo>
                  <a:lnTo>
                    <a:pt x="5925566" y="0"/>
                  </a:lnTo>
                  <a:lnTo>
                    <a:pt x="5925566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7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343296" y="6014523"/>
            <a:ext cx="7586996" cy="629641"/>
            <a:chOff x="0" y="0"/>
            <a:chExt cx="10115994" cy="8395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16058" cy="839470"/>
            </a:xfrm>
            <a:custGeom>
              <a:avLst/>
              <a:gdLst/>
              <a:ahLst/>
              <a:cxnLst/>
              <a:rect r="r" b="b" t="t" l="l"/>
              <a:pathLst>
                <a:path h="839470" w="10116058">
                  <a:moveTo>
                    <a:pt x="0" y="0"/>
                  </a:moveTo>
                  <a:lnTo>
                    <a:pt x="10116058" y="0"/>
                  </a:lnTo>
                  <a:lnTo>
                    <a:pt x="10116058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7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929759" y="6014523"/>
            <a:ext cx="4472816" cy="629641"/>
            <a:chOff x="0" y="0"/>
            <a:chExt cx="5963755" cy="8395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63793" cy="839470"/>
            </a:xfrm>
            <a:custGeom>
              <a:avLst/>
              <a:gdLst/>
              <a:ahLst/>
              <a:cxnLst/>
              <a:rect r="r" b="b" t="t" l="l"/>
              <a:pathLst>
                <a:path h="839470" w="5963793">
                  <a:moveTo>
                    <a:pt x="0" y="0"/>
                  </a:moveTo>
                  <a:lnTo>
                    <a:pt x="5963793" y="0"/>
                  </a:lnTo>
                  <a:lnTo>
                    <a:pt x="5963793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7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85596" y="3471662"/>
            <a:ext cx="14583" cy="629098"/>
            <a:chOff x="0" y="0"/>
            <a:chExt cx="19444" cy="8387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85596" y="3471662"/>
            <a:ext cx="4472283" cy="14583"/>
            <a:chOff x="0" y="0"/>
            <a:chExt cx="5963044" cy="194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63031" cy="19431"/>
            </a:xfrm>
            <a:custGeom>
              <a:avLst/>
              <a:gdLst/>
              <a:ahLst/>
              <a:cxnLst/>
              <a:rect r="r" b="b" t="t" l="l"/>
              <a:pathLst>
                <a:path h="19431" w="5963031">
                  <a:moveTo>
                    <a:pt x="0" y="0"/>
                  </a:moveTo>
                  <a:lnTo>
                    <a:pt x="5963031" y="0"/>
                  </a:lnTo>
                  <a:lnTo>
                    <a:pt x="5963031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343296" y="3471662"/>
            <a:ext cx="14583" cy="629098"/>
            <a:chOff x="0" y="0"/>
            <a:chExt cx="19444" cy="8387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357336" y="3471662"/>
            <a:ext cx="7572956" cy="14583"/>
            <a:chOff x="0" y="0"/>
            <a:chExt cx="10097275" cy="194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97262" cy="19431"/>
            </a:xfrm>
            <a:custGeom>
              <a:avLst/>
              <a:gdLst/>
              <a:ahLst/>
              <a:cxnLst/>
              <a:rect r="r" b="b" t="t" l="l"/>
              <a:pathLst>
                <a:path h="19431" w="10097262">
                  <a:moveTo>
                    <a:pt x="0" y="0"/>
                  </a:moveTo>
                  <a:lnTo>
                    <a:pt x="10097262" y="0"/>
                  </a:lnTo>
                  <a:lnTo>
                    <a:pt x="100972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915719" y="3471662"/>
            <a:ext cx="14583" cy="629098"/>
            <a:chOff x="0" y="0"/>
            <a:chExt cx="19444" cy="8387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929759" y="3471662"/>
            <a:ext cx="4472816" cy="14583"/>
            <a:chOff x="0" y="0"/>
            <a:chExt cx="5963755" cy="194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63793" cy="19431"/>
            </a:xfrm>
            <a:custGeom>
              <a:avLst/>
              <a:gdLst/>
              <a:ahLst/>
              <a:cxnLst/>
              <a:rect r="r" b="b" t="t" l="l"/>
              <a:pathLst>
                <a:path h="19431" w="5963793">
                  <a:moveTo>
                    <a:pt x="0" y="0"/>
                  </a:moveTo>
                  <a:lnTo>
                    <a:pt x="5963793" y="0"/>
                  </a:lnTo>
                  <a:lnTo>
                    <a:pt x="5963793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387459" y="3471662"/>
            <a:ext cx="15116" cy="629098"/>
            <a:chOff x="0" y="0"/>
            <a:chExt cx="20155" cy="8387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85596" y="4100217"/>
            <a:ext cx="14583" cy="657720"/>
            <a:chOff x="0" y="0"/>
            <a:chExt cx="19444" cy="876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431" cy="876935"/>
            </a:xfrm>
            <a:custGeom>
              <a:avLst/>
              <a:gdLst/>
              <a:ahLst/>
              <a:cxnLst/>
              <a:rect r="r" b="b" t="t" l="l"/>
              <a:pathLst>
                <a:path h="8769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76935"/>
                  </a:lnTo>
                  <a:lnTo>
                    <a:pt x="0" y="876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85596" y="4086177"/>
            <a:ext cx="4472283" cy="14583"/>
            <a:chOff x="0" y="0"/>
            <a:chExt cx="5963044" cy="194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63031" cy="19431"/>
            </a:xfrm>
            <a:custGeom>
              <a:avLst/>
              <a:gdLst/>
              <a:ahLst/>
              <a:cxnLst/>
              <a:rect r="r" b="b" t="t" l="l"/>
              <a:pathLst>
                <a:path h="19431" w="5963031">
                  <a:moveTo>
                    <a:pt x="0" y="0"/>
                  </a:moveTo>
                  <a:lnTo>
                    <a:pt x="5963031" y="0"/>
                  </a:lnTo>
                  <a:lnTo>
                    <a:pt x="5963031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343296" y="4100217"/>
            <a:ext cx="14583" cy="657720"/>
            <a:chOff x="0" y="0"/>
            <a:chExt cx="19444" cy="876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431" cy="876935"/>
            </a:xfrm>
            <a:custGeom>
              <a:avLst/>
              <a:gdLst/>
              <a:ahLst/>
              <a:cxnLst/>
              <a:rect r="r" b="b" t="t" l="l"/>
              <a:pathLst>
                <a:path h="8769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76935"/>
                  </a:lnTo>
                  <a:lnTo>
                    <a:pt x="0" y="876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357336" y="4086177"/>
            <a:ext cx="7572956" cy="14583"/>
            <a:chOff x="0" y="0"/>
            <a:chExt cx="10097275" cy="194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97262" cy="19431"/>
            </a:xfrm>
            <a:custGeom>
              <a:avLst/>
              <a:gdLst/>
              <a:ahLst/>
              <a:cxnLst/>
              <a:rect r="r" b="b" t="t" l="l"/>
              <a:pathLst>
                <a:path h="19431" w="10097262">
                  <a:moveTo>
                    <a:pt x="0" y="0"/>
                  </a:moveTo>
                  <a:lnTo>
                    <a:pt x="10097262" y="0"/>
                  </a:lnTo>
                  <a:lnTo>
                    <a:pt x="100972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915719" y="4100217"/>
            <a:ext cx="14583" cy="657720"/>
            <a:chOff x="0" y="0"/>
            <a:chExt cx="19444" cy="876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431" cy="876935"/>
            </a:xfrm>
            <a:custGeom>
              <a:avLst/>
              <a:gdLst/>
              <a:ahLst/>
              <a:cxnLst/>
              <a:rect r="r" b="b" t="t" l="l"/>
              <a:pathLst>
                <a:path h="8769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76935"/>
                  </a:lnTo>
                  <a:lnTo>
                    <a:pt x="0" y="876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929759" y="4086177"/>
            <a:ext cx="4472816" cy="14583"/>
            <a:chOff x="0" y="0"/>
            <a:chExt cx="5963755" cy="1944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63793" cy="19431"/>
            </a:xfrm>
            <a:custGeom>
              <a:avLst/>
              <a:gdLst/>
              <a:ahLst/>
              <a:cxnLst/>
              <a:rect r="r" b="b" t="t" l="l"/>
              <a:pathLst>
                <a:path h="19431" w="5963793">
                  <a:moveTo>
                    <a:pt x="0" y="0"/>
                  </a:moveTo>
                  <a:lnTo>
                    <a:pt x="5963793" y="0"/>
                  </a:lnTo>
                  <a:lnTo>
                    <a:pt x="5963793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7387459" y="4100217"/>
            <a:ext cx="15116" cy="657720"/>
            <a:chOff x="0" y="0"/>
            <a:chExt cx="20155" cy="876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193" cy="876935"/>
            </a:xfrm>
            <a:custGeom>
              <a:avLst/>
              <a:gdLst/>
              <a:ahLst/>
              <a:cxnLst/>
              <a:rect r="r" b="b" t="t" l="l"/>
              <a:pathLst>
                <a:path h="8769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76935"/>
                  </a:lnTo>
                  <a:lnTo>
                    <a:pt x="0" y="876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85596" y="4757404"/>
            <a:ext cx="14583" cy="629098"/>
            <a:chOff x="0" y="0"/>
            <a:chExt cx="19444" cy="83879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85596" y="4743364"/>
            <a:ext cx="4472283" cy="14583"/>
            <a:chOff x="0" y="0"/>
            <a:chExt cx="5963044" cy="194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63031" cy="19431"/>
            </a:xfrm>
            <a:custGeom>
              <a:avLst/>
              <a:gdLst/>
              <a:ahLst/>
              <a:cxnLst/>
              <a:rect r="r" b="b" t="t" l="l"/>
              <a:pathLst>
                <a:path h="19431" w="5963031">
                  <a:moveTo>
                    <a:pt x="0" y="0"/>
                  </a:moveTo>
                  <a:lnTo>
                    <a:pt x="5963031" y="0"/>
                  </a:lnTo>
                  <a:lnTo>
                    <a:pt x="5963031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343296" y="4757404"/>
            <a:ext cx="14583" cy="629098"/>
            <a:chOff x="0" y="0"/>
            <a:chExt cx="19444" cy="83879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357336" y="4743364"/>
            <a:ext cx="7572956" cy="14583"/>
            <a:chOff x="0" y="0"/>
            <a:chExt cx="10097275" cy="194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097262" cy="19431"/>
            </a:xfrm>
            <a:custGeom>
              <a:avLst/>
              <a:gdLst/>
              <a:ahLst/>
              <a:cxnLst/>
              <a:rect r="r" b="b" t="t" l="l"/>
              <a:pathLst>
                <a:path h="19431" w="10097262">
                  <a:moveTo>
                    <a:pt x="0" y="0"/>
                  </a:moveTo>
                  <a:lnTo>
                    <a:pt x="10097262" y="0"/>
                  </a:lnTo>
                  <a:lnTo>
                    <a:pt x="100972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915719" y="4757404"/>
            <a:ext cx="14583" cy="629098"/>
            <a:chOff x="0" y="0"/>
            <a:chExt cx="19444" cy="83879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929759" y="4743364"/>
            <a:ext cx="4472816" cy="14583"/>
            <a:chOff x="0" y="0"/>
            <a:chExt cx="5963755" cy="194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963793" cy="19431"/>
            </a:xfrm>
            <a:custGeom>
              <a:avLst/>
              <a:gdLst/>
              <a:ahLst/>
              <a:cxnLst/>
              <a:rect r="r" b="b" t="t" l="l"/>
              <a:pathLst>
                <a:path h="19431" w="5963793">
                  <a:moveTo>
                    <a:pt x="0" y="0"/>
                  </a:moveTo>
                  <a:lnTo>
                    <a:pt x="5963793" y="0"/>
                  </a:lnTo>
                  <a:lnTo>
                    <a:pt x="5963793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7387459" y="4757404"/>
            <a:ext cx="15116" cy="629098"/>
            <a:chOff x="0" y="0"/>
            <a:chExt cx="20155" cy="83879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85596" y="5385959"/>
            <a:ext cx="14583" cy="629098"/>
            <a:chOff x="0" y="0"/>
            <a:chExt cx="19444" cy="83879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85596" y="5371919"/>
            <a:ext cx="4472283" cy="14583"/>
            <a:chOff x="0" y="0"/>
            <a:chExt cx="5963044" cy="194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963031" cy="19431"/>
            </a:xfrm>
            <a:custGeom>
              <a:avLst/>
              <a:gdLst/>
              <a:ahLst/>
              <a:cxnLst/>
              <a:rect r="r" b="b" t="t" l="l"/>
              <a:pathLst>
                <a:path h="19431" w="5963031">
                  <a:moveTo>
                    <a:pt x="0" y="0"/>
                  </a:moveTo>
                  <a:lnTo>
                    <a:pt x="5963031" y="0"/>
                  </a:lnTo>
                  <a:lnTo>
                    <a:pt x="5963031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5343296" y="5385959"/>
            <a:ext cx="14583" cy="629098"/>
            <a:chOff x="0" y="0"/>
            <a:chExt cx="19444" cy="83879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357336" y="5371919"/>
            <a:ext cx="7572956" cy="14583"/>
            <a:chOff x="0" y="0"/>
            <a:chExt cx="10097275" cy="1944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097262" cy="19431"/>
            </a:xfrm>
            <a:custGeom>
              <a:avLst/>
              <a:gdLst/>
              <a:ahLst/>
              <a:cxnLst/>
              <a:rect r="r" b="b" t="t" l="l"/>
              <a:pathLst>
                <a:path h="19431" w="10097262">
                  <a:moveTo>
                    <a:pt x="0" y="0"/>
                  </a:moveTo>
                  <a:lnTo>
                    <a:pt x="10097262" y="0"/>
                  </a:lnTo>
                  <a:lnTo>
                    <a:pt x="100972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915719" y="5385959"/>
            <a:ext cx="14583" cy="629098"/>
            <a:chOff x="0" y="0"/>
            <a:chExt cx="19444" cy="83879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929759" y="5371919"/>
            <a:ext cx="4472816" cy="14583"/>
            <a:chOff x="0" y="0"/>
            <a:chExt cx="5963755" cy="194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963793" cy="19431"/>
            </a:xfrm>
            <a:custGeom>
              <a:avLst/>
              <a:gdLst/>
              <a:ahLst/>
              <a:cxnLst/>
              <a:rect r="r" b="b" t="t" l="l"/>
              <a:pathLst>
                <a:path h="19431" w="5963793">
                  <a:moveTo>
                    <a:pt x="0" y="0"/>
                  </a:moveTo>
                  <a:lnTo>
                    <a:pt x="5963793" y="0"/>
                  </a:lnTo>
                  <a:lnTo>
                    <a:pt x="5963793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7387459" y="5385959"/>
            <a:ext cx="15116" cy="629098"/>
            <a:chOff x="0" y="0"/>
            <a:chExt cx="20155" cy="83879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85596" y="6014523"/>
            <a:ext cx="14583" cy="629641"/>
            <a:chOff x="0" y="0"/>
            <a:chExt cx="19444" cy="83952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9431" cy="839470"/>
            </a:xfrm>
            <a:custGeom>
              <a:avLst/>
              <a:gdLst/>
              <a:ahLst/>
              <a:cxnLst/>
              <a:rect r="r" b="b" t="t" l="l"/>
              <a:pathLst>
                <a:path h="839470" w="19431">
                  <a:moveTo>
                    <a:pt x="0" y="0"/>
                  </a:moveTo>
                  <a:lnTo>
                    <a:pt x="19431" y="0"/>
                  </a:lnTo>
                  <a:lnTo>
                    <a:pt x="19431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85596" y="6000483"/>
            <a:ext cx="4472283" cy="14583"/>
            <a:chOff x="0" y="0"/>
            <a:chExt cx="5963044" cy="1944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963031" cy="19431"/>
            </a:xfrm>
            <a:custGeom>
              <a:avLst/>
              <a:gdLst/>
              <a:ahLst/>
              <a:cxnLst/>
              <a:rect r="r" b="b" t="t" l="l"/>
              <a:pathLst>
                <a:path h="19431" w="5963031">
                  <a:moveTo>
                    <a:pt x="0" y="0"/>
                  </a:moveTo>
                  <a:lnTo>
                    <a:pt x="5963031" y="0"/>
                  </a:lnTo>
                  <a:lnTo>
                    <a:pt x="5963031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5343296" y="6014523"/>
            <a:ext cx="14583" cy="629641"/>
            <a:chOff x="0" y="0"/>
            <a:chExt cx="19444" cy="83952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9431" cy="839470"/>
            </a:xfrm>
            <a:custGeom>
              <a:avLst/>
              <a:gdLst/>
              <a:ahLst/>
              <a:cxnLst/>
              <a:rect r="r" b="b" t="t" l="l"/>
              <a:pathLst>
                <a:path h="839470" w="19431">
                  <a:moveTo>
                    <a:pt x="0" y="0"/>
                  </a:moveTo>
                  <a:lnTo>
                    <a:pt x="19431" y="0"/>
                  </a:lnTo>
                  <a:lnTo>
                    <a:pt x="19431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5357336" y="6000483"/>
            <a:ext cx="7572956" cy="14583"/>
            <a:chOff x="0" y="0"/>
            <a:chExt cx="10097275" cy="1944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097262" cy="19431"/>
            </a:xfrm>
            <a:custGeom>
              <a:avLst/>
              <a:gdLst/>
              <a:ahLst/>
              <a:cxnLst/>
              <a:rect r="r" b="b" t="t" l="l"/>
              <a:pathLst>
                <a:path h="19431" w="10097262">
                  <a:moveTo>
                    <a:pt x="0" y="0"/>
                  </a:moveTo>
                  <a:lnTo>
                    <a:pt x="10097262" y="0"/>
                  </a:lnTo>
                  <a:lnTo>
                    <a:pt x="100972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915719" y="6014523"/>
            <a:ext cx="14583" cy="629641"/>
            <a:chOff x="0" y="0"/>
            <a:chExt cx="19444" cy="83952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9431" cy="839470"/>
            </a:xfrm>
            <a:custGeom>
              <a:avLst/>
              <a:gdLst/>
              <a:ahLst/>
              <a:cxnLst/>
              <a:rect r="r" b="b" t="t" l="l"/>
              <a:pathLst>
                <a:path h="839470" w="19431">
                  <a:moveTo>
                    <a:pt x="0" y="0"/>
                  </a:moveTo>
                  <a:lnTo>
                    <a:pt x="19431" y="0"/>
                  </a:lnTo>
                  <a:lnTo>
                    <a:pt x="19431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929759" y="6000483"/>
            <a:ext cx="4472816" cy="14583"/>
            <a:chOff x="0" y="0"/>
            <a:chExt cx="5963755" cy="1944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963793" cy="19431"/>
            </a:xfrm>
            <a:custGeom>
              <a:avLst/>
              <a:gdLst/>
              <a:ahLst/>
              <a:cxnLst/>
              <a:rect r="r" b="b" t="t" l="l"/>
              <a:pathLst>
                <a:path h="19431" w="5963793">
                  <a:moveTo>
                    <a:pt x="0" y="0"/>
                  </a:moveTo>
                  <a:lnTo>
                    <a:pt x="5963793" y="0"/>
                  </a:lnTo>
                  <a:lnTo>
                    <a:pt x="5963793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7387459" y="6014523"/>
            <a:ext cx="15116" cy="629641"/>
            <a:chOff x="0" y="0"/>
            <a:chExt cx="20155" cy="83952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0193" cy="839470"/>
            </a:xfrm>
            <a:custGeom>
              <a:avLst/>
              <a:gdLst/>
              <a:ahLst/>
              <a:cxnLst/>
              <a:rect r="r" b="b" t="t" l="l"/>
              <a:pathLst>
                <a:path h="839470" w="20193">
                  <a:moveTo>
                    <a:pt x="0" y="0"/>
                  </a:moveTo>
                  <a:lnTo>
                    <a:pt x="20193" y="0"/>
                  </a:lnTo>
                  <a:lnTo>
                    <a:pt x="20193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885596" y="6629038"/>
            <a:ext cx="4472283" cy="15116"/>
            <a:chOff x="0" y="0"/>
            <a:chExt cx="5963044" cy="2015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963031" cy="20193"/>
            </a:xfrm>
            <a:custGeom>
              <a:avLst/>
              <a:gdLst/>
              <a:ahLst/>
              <a:cxnLst/>
              <a:rect r="r" b="b" t="t" l="l"/>
              <a:pathLst>
                <a:path h="20193" w="5963031">
                  <a:moveTo>
                    <a:pt x="0" y="0"/>
                  </a:moveTo>
                  <a:lnTo>
                    <a:pt x="5963031" y="0"/>
                  </a:lnTo>
                  <a:lnTo>
                    <a:pt x="5963031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5357336" y="6629038"/>
            <a:ext cx="7572956" cy="15116"/>
            <a:chOff x="0" y="0"/>
            <a:chExt cx="10097275" cy="2015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097262" cy="20193"/>
            </a:xfrm>
            <a:custGeom>
              <a:avLst/>
              <a:gdLst/>
              <a:ahLst/>
              <a:cxnLst/>
              <a:rect r="r" b="b" t="t" l="l"/>
              <a:pathLst>
                <a:path h="20193" w="10097262">
                  <a:moveTo>
                    <a:pt x="0" y="0"/>
                  </a:moveTo>
                  <a:lnTo>
                    <a:pt x="10097262" y="0"/>
                  </a:lnTo>
                  <a:lnTo>
                    <a:pt x="1009726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929759" y="6629038"/>
            <a:ext cx="4472816" cy="15116"/>
            <a:chOff x="0" y="0"/>
            <a:chExt cx="5963755" cy="2015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963793" cy="20193"/>
            </a:xfrm>
            <a:custGeom>
              <a:avLst/>
              <a:gdLst/>
              <a:ahLst/>
              <a:cxnLst/>
              <a:rect r="r" b="b" t="t" l="l"/>
              <a:pathLst>
                <a:path h="20193" w="5963793">
                  <a:moveTo>
                    <a:pt x="0" y="0"/>
                  </a:moveTo>
                  <a:lnTo>
                    <a:pt x="5963793" y="0"/>
                  </a:lnTo>
                  <a:lnTo>
                    <a:pt x="5963793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885596" y="2749877"/>
            <a:ext cx="6504842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그림체를 어떻게 지정하고, 쓰는 사람이 점수를 받는가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114558" y="3617119"/>
            <a:ext cx="727920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서비스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565781" y="3617119"/>
            <a:ext cx="1820885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그림체 지정 방법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3150082" y="3617119"/>
            <a:ext cx="2609278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쓰는 사람이 점수를 받나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114558" y="4252893"/>
            <a:ext cx="1564919" cy="34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Midjourney 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2676239" y="4230748"/>
            <a:ext cx="1031938" cy="351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1">
                <a:solidFill>
                  <a:srgbClr val="1B1B1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--sref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5565781" y="4238854"/>
            <a:ext cx="4861084" cy="34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참조 이미지 URL을 직접 갖고 있어야 한다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150082" y="4238854"/>
            <a:ext cx="2677858" cy="34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안 준다 (눈으로 판단)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14558" y="4881448"/>
            <a:ext cx="1568158" cy="34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LoRA 학습형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5565781" y="4881448"/>
            <a:ext cx="3703863" cy="34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5~10장 올려 10분 학습시킨다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150082" y="4881448"/>
            <a:ext cx="2867939" cy="34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안 준다 (학습 loss 뿐)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14558" y="5510012"/>
            <a:ext cx="1786861" cy="34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웹툰 AI 플랫폼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5565781" y="5510012"/>
            <a:ext cx="3251883" cy="34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플랫폼이 준 목록에서 고른다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3150082" y="5510012"/>
            <a:ext cx="2424055" cy="34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안 준다 (내부 평가)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114558" y="6139110"/>
            <a:ext cx="1934823" cy="34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Retriever Toon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5565781" y="6139110"/>
            <a:ext cx="4079157" cy="34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고른 그림체의 실물을 검색해 물린다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3150082" y="6139110"/>
            <a:ext cx="2168100" cy="34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 spc="-1">
                <a:solidFill>
                  <a:srgbClr val="1E7E34"/>
                </a:solidFill>
                <a:latin typeface="Arimo Bold"/>
                <a:ea typeface="Arimo Bold"/>
                <a:cs typeface="Arimo Bold"/>
                <a:sym typeface="Arimo Bold"/>
              </a:rPr>
              <a:t>매번 숫자로 나온다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885596" y="6991426"/>
            <a:ext cx="8373780" cy="504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생성은 경쟁이 치열합니다. </a:t>
            </a:r>
            <a:r>
              <a:rPr lang="en-US" b="true" sz="3254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검수는 비어 있습니다.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885596" y="7619981"/>
            <a:ext cx="10093681" cy="504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지금 이 검수는 </a:t>
            </a:r>
            <a:r>
              <a:rPr lang="en-US" b="true" sz="3254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전부 사람 눈</a:t>
            </a:r>
            <a:r>
              <a:rPr lang="en-US" sz="3254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이 하고 있고, 그게 곧 비용입니다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7425797" y="9862214"/>
            <a:ext cx="490318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4 / 17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85921" y="1428836"/>
            <a:ext cx="13915263" cy="6500517"/>
            <a:chOff x="0" y="0"/>
            <a:chExt cx="18553684" cy="8667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53685" cy="8667369"/>
            </a:xfrm>
            <a:custGeom>
              <a:avLst/>
              <a:gdLst/>
              <a:ahLst/>
              <a:cxnLst/>
              <a:rect r="r" b="b" t="t" l="l"/>
              <a:pathLst>
                <a:path h="8667369" w="18553685">
                  <a:moveTo>
                    <a:pt x="0" y="0"/>
                  </a:moveTo>
                  <a:lnTo>
                    <a:pt x="18553685" y="0"/>
                  </a:lnTo>
                  <a:lnTo>
                    <a:pt x="18553685" y="8667369"/>
                  </a:lnTo>
                  <a:lnTo>
                    <a:pt x="0" y="8667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" t="0" r="-2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596" y="633813"/>
            <a:ext cx="10714682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제품 — 한 줄 넣으면 4컷과 점수가 같이 나옵니다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5596" y="8244373"/>
            <a:ext cx="1183518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뼈대는 </a:t>
            </a:r>
            <a:r>
              <a:rPr lang="en-US" b="true" sz="2025" spc="-1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LangGraph </a:t>
            </a: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로 짰습니다 — 앞 컷을 뒤 컷에 넘겨야 해서 상태를 명시적으로 들고 가는 구조가 필요했습니다.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5596" y="8943975"/>
            <a:ext cx="1332562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그림체 지정은 </a:t>
            </a:r>
            <a:r>
              <a:rPr lang="en-US" sz="2025" b="true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지금 20종 목록에서 고르는 방식</a:t>
            </a:r>
            <a:r>
              <a:rPr lang="en-US" sz="2025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입니다. 텍스트로 찾는 것도 되지만 한국어가 영어의 1/3(0.103 대 0.333)이라, </a:t>
            </a:r>
          </a:p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사용자 손에 쥐여줄 수 있는 건 아직 목록입니다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25797" y="9862214"/>
            <a:ext cx="490318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5 / 17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596" y="633813"/>
            <a:ext cx="5558218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실제로 나온 결과물입니다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5596" y="3443040"/>
            <a:ext cx="3799980" cy="3799980"/>
            <a:chOff x="0" y="0"/>
            <a:chExt cx="5066640" cy="5066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66665" cy="5066665"/>
            </a:xfrm>
            <a:custGeom>
              <a:avLst/>
              <a:gdLst/>
              <a:ahLst/>
              <a:cxnLst/>
              <a:rect r="r" b="b" t="t" l="l"/>
              <a:pathLst>
                <a:path h="5066665" w="5066665">
                  <a:moveTo>
                    <a:pt x="0" y="0"/>
                  </a:moveTo>
                  <a:lnTo>
                    <a:pt x="5066665" y="0"/>
                  </a:lnTo>
                  <a:lnTo>
                    <a:pt x="5066665" y="5066665"/>
                  </a:lnTo>
                  <a:lnTo>
                    <a:pt x="0" y="5066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29223" y="3443040"/>
            <a:ext cx="3799980" cy="3799980"/>
            <a:chOff x="0" y="0"/>
            <a:chExt cx="5066640" cy="5066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66665" cy="5066665"/>
            </a:xfrm>
            <a:custGeom>
              <a:avLst/>
              <a:gdLst/>
              <a:ahLst/>
              <a:cxnLst/>
              <a:rect r="r" b="b" t="t" l="l"/>
              <a:pathLst>
                <a:path h="5066665" w="5066665">
                  <a:moveTo>
                    <a:pt x="0" y="0"/>
                  </a:moveTo>
                  <a:lnTo>
                    <a:pt x="5066665" y="0"/>
                  </a:lnTo>
                  <a:lnTo>
                    <a:pt x="5066665" y="5066665"/>
                  </a:lnTo>
                  <a:lnTo>
                    <a:pt x="0" y="5066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772296" y="3443040"/>
            <a:ext cx="3799980" cy="3799980"/>
            <a:chOff x="0" y="0"/>
            <a:chExt cx="5066640" cy="5066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66665" cy="5066665"/>
            </a:xfrm>
            <a:custGeom>
              <a:avLst/>
              <a:gdLst/>
              <a:ahLst/>
              <a:cxnLst/>
              <a:rect r="r" b="b" t="t" l="l"/>
              <a:pathLst>
                <a:path h="5066665" w="5066665">
                  <a:moveTo>
                    <a:pt x="0" y="0"/>
                  </a:moveTo>
                  <a:lnTo>
                    <a:pt x="5066665" y="0"/>
                  </a:lnTo>
                  <a:lnTo>
                    <a:pt x="5066665" y="5066665"/>
                  </a:lnTo>
                  <a:lnTo>
                    <a:pt x="0" y="5066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15923" y="3443040"/>
            <a:ext cx="3799980" cy="3799980"/>
            <a:chOff x="0" y="0"/>
            <a:chExt cx="5066640" cy="5066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66665" cy="5066665"/>
            </a:xfrm>
            <a:custGeom>
              <a:avLst/>
              <a:gdLst/>
              <a:ahLst/>
              <a:cxnLst/>
              <a:rect r="r" b="b" t="t" l="l"/>
              <a:pathLst>
                <a:path h="5066665" w="5066665">
                  <a:moveTo>
                    <a:pt x="0" y="0"/>
                  </a:moveTo>
                  <a:lnTo>
                    <a:pt x="5066665" y="0"/>
                  </a:lnTo>
                  <a:lnTo>
                    <a:pt x="5066665" y="5066665"/>
                  </a:lnTo>
                  <a:lnTo>
                    <a:pt x="0" y="5066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885596" y="7686361"/>
            <a:ext cx="2600639" cy="358016"/>
          </a:xfrm>
          <a:custGeom>
            <a:avLst/>
            <a:gdLst/>
            <a:ahLst/>
            <a:cxnLst/>
            <a:rect r="r" b="b" t="t" l="l"/>
            <a:pathLst>
              <a:path h="358016" w="2600639">
                <a:moveTo>
                  <a:pt x="0" y="0"/>
                </a:moveTo>
                <a:lnTo>
                  <a:pt x="2600640" y="0"/>
                </a:lnTo>
                <a:lnTo>
                  <a:pt x="2600640" y="358016"/>
                </a:lnTo>
                <a:lnTo>
                  <a:pt x="0" y="358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85596" y="2778500"/>
            <a:ext cx="8765276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"밤새 야근하던 개발자가 새벽에 일을 끝낸다" + 그림체 paint_Baroque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1362" y="7728328"/>
            <a:ext cx="2281504" cy="26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4컷 전부 목표 그림체 판정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15004" y="7591901"/>
            <a:ext cx="2012042" cy="504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편당 </a:t>
            </a:r>
            <a:r>
              <a:rPr lang="en-US" b="true" sz="3254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$0.20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65078" y="7591901"/>
            <a:ext cx="2849042" cy="504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b="true" sz="3254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92초</a:t>
            </a:r>
            <a:r>
              <a:rPr lang="en-US" sz="3254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학습 </a:t>
            </a:r>
            <a:r>
              <a:rPr lang="en-US" b="true" sz="3254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0회 </a:t>
            </a:r>
            <a:r>
              <a:rPr lang="en-US" sz="3254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05379" y="7744339"/>
            <a:ext cx="308069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코랩 무료 GPU로 돌아갑니다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425797" y="9862214"/>
            <a:ext cx="490318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6 / 17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5596" y="633813"/>
            <a:ext cx="118839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요청한 그림체가 그대로 나온다는 보장이 없습니다.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446406" y="2097102"/>
            <a:ext cx="11395187" cy="5645855"/>
            <a:chOff x="0" y="0"/>
            <a:chExt cx="12686398" cy="6285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86411" cy="6285611"/>
            </a:xfrm>
            <a:custGeom>
              <a:avLst/>
              <a:gdLst/>
              <a:ahLst/>
              <a:cxnLst/>
              <a:rect r="r" b="b" t="t" l="l"/>
              <a:pathLst>
                <a:path h="6285611" w="12686411">
                  <a:moveTo>
                    <a:pt x="0" y="0"/>
                  </a:moveTo>
                  <a:lnTo>
                    <a:pt x="12686411" y="0"/>
                  </a:lnTo>
                  <a:lnTo>
                    <a:pt x="12686411" y="6285611"/>
                  </a:lnTo>
                  <a:lnTo>
                    <a:pt x="0" y="6285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" t="0" r="-26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99636" y="7924971"/>
            <a:ext cx="2800979" cy="615058"/>
            <a:chOff x="0" y="0"/>
            <a:chExt cx="3734638" cy="8200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4689" cy="820039"/>
            </a:xfrm>
            <a:custGeom>
              <a:avLst/>
              <a:gdLst/>
              <a:ahLst/>
              <a:cxnLst/>
              <a:rect r="r" b="b" t="t" l="l"/>
              <a:pathLst>
                <a:path h="820039" w="3734689">
                  <a:moveTo>
                    <a:pt x="0" y="0"/>
                  </a:moveTo>
                  <a:lnTo>
                    <a:pt x="3734689" y="0"/>
                  </a:lnTo>
                  <a:lnTo>
                    <a:pt x="3734689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700081" y="7924971"/>
            <a:ext cx="1172337" cy="615058"/>
            <a:chOff x="0" y="0"/>
            <a:chExt cx="1563116" cy="8200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3116" cy="820039"/>
            </a:xfrm>
            <a:custGeom>
              <a:avLst/>
              <a:gdLst/>
              <a:ahLst/>
              <a:cxnLst/>
              <a:rect r="r" b="b" t="t" l="l"/>
              <a:pathLst>
                <a:path h="820039" w="1563116">
                  <a:moveTo>
                    <a:pt x="0" y="0"/>
                  </a:moveTo>
                  <a:lnTo>
                    <a:pt x="1563116" y="0"/>
                  </a:lnTo>
                  <a:lnTo>
                    <a:pt x="1563116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871876" y="7924971"/>
            <a:ext cx="1129141" cy="615058"/>
            <a:chOff x="0" y="0"/>
            <a:chExt cx="1505522" cy="8200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05458" cy="820039"/>
            </a:xfrm>
            <a:custGeom>
              <a:avLst/>
              <a:gdLst/>
              <a:ahLst/>
              <a:cxnLst/>
              <a:rect r="r" b="b" t="t" l="l"/>
              <a:pathLst>
                <a:path h="820039" w="1505458">
                  <a:moveTo>
                    <a:pt x="0" y="0"/>
                  </a:moveTo>
                  <a:lnTo>
                    <a:pt x="1505458" y="0"/>
                  </a:lnTo>
                  <a:lnTo>
                    <a:pt x="1505458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000483" y="7924971"/>
            <a:ext cx="1272245" cy="615058"/>
            <a:chOff x="0" y="0"/>
            <a:chExt cx="1696326" cy="8200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96339" cy="820039"/>
            </a:xfrm>
            <a:custGeom>
              <a:avLst/>
              <a:gdLst/>
              <a:ahLst/>
              <a:cxnLst/>
              <a:rect r="r" b="b" t="t" l="l"/>
              <a:pathLst>
                <a:path h="820039" w="1696339">
                  <a:moveTo>
                    <a:pt x="0" y="0"/>
                  </a:moveTo>
                  <a:lnTo>
                    <a:pt x="1696339" y="0"/>
                  </a:lnTo>
                  <a:lnTo>
                    <a:pt x="1696339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5596" y="7924971"/>
            <a:ext cx="14583" cy="629641"/>
            <a:chOff x="0" y="0"/>
            <a:chExt cx="19444" cy="8395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431" cy="839470"/>
            </a:xfrm>
            <a:custGeom>
              <a:avLst/>
              <a:gdLst/>
              <a:ahLst/>
              <a:cxnLst/>
              <a:rect r="r" b="b" t="t" l="l"/>
              <a:pathLst>
                <a:path h="839470" w="19431">
                  <a:moveTo>
                    <a:pt x="0" y="0"/>
                  </a:moveTo>
                  <a:lnTo>
                    <a:pt x="19431" y="0"/>
                  </a:lnTo>
                  <a:lnTo>
                    <a:pt x="19431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85596" y="7538380"/>
            <a:ext cx="2829601" cy="15116"/>
            <a:chOff x="0" y="0"/>
            <a:chExt cx="3772802" cy="201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72789" cy="20193"/>
            </a:xfrm>
            <a:custGeom>
              <a:avLst/>
              <a:gdLst/>
              <a:ahLst/>
              <a:cxnLst/>
              <a:rect r="r" b="b" t="t" l="l"/>
              <a:pathLst>
                <a:path h="20193" w="3772789">
                  <a:moveTo>
                    <a:pt x="0" y="0"/>
                  </a:moveTo>
                  <a:lnTo>
                    <a:pt x="3772789" y="0"/>
                  </a:lnTo>
                  <a:lnTo>
                    <a:pt x="3772789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700081" y="7924971"/>
            <a:ext cx="15116" cy="629641"/>
            <a:chOff x="0" y="0"/>
            <a:chExt cx="20155" cy="8395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193" cy="839470"/>
            </a:xfrm>
            <a:custGeom>
              <a:avLst/>
              <a:gdLst/>
              <a:ahLst/>
              <a:cxnLst/>
              <a:rect r="r" b="b" t="t" l="l"/>
              <a:pathLst>
                <a:path h="839470" w="20193">
                  <a:moveTo>
                    <a:pt x="0" y="0"/>
                  </a:moveTo>
                  <a:lnTo>
                    <a:pt x="20193" y="0"/>
                  </a:lnTo>
                  <a:lnTo>
                    <a:pt x="20193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714664" y="7538380"/>
            <a:ext cx="1157764" cy="15116"/>
            <a:chOff x="0" y="0"/>
            <a:chExt cx="1543685" cy="201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43685" cy="20193"/>
            </a:xfrm>
            <a:custGeom>
              <a:avLst/>
              <a:gdLst/>
              <a:ahLst/>
              <a:cxnLst/>
              <a:rect r="r" b="b" t="t" l="l"/>
              <a:pathLst>
                <a:path h="20193" w="1543685">
                  <a:moveTo>
                    <a:pt x="0" y="0"/>
                  </a:moveTo>
                  <a:lnTo>
                    <a:pt x="1543685" y="0"/>
                  </a:lnTo>
                  <a:lnTo>
                    <a:pt x="154368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857302" y="7924971"/>
            <a:ext cx="15116" cy="629641"/>
            <a:chOff x="0" y="0"/>
            <a:chExt cx="20155" cy="8395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93" cy="839470"/>
            </a:xfrm>
            <a:custGeom>
              <a:avLst/>
              <a:gdLst/>
              <a:ahLst/>
              <a:cxnLst/>
              <a:rect r="r" b="b" t="t" l="l"/>
              <a:pathLst>
                <a:path h="839470" w="20193">
                  <a:moveTo>
                    <a:pt x="0" y="0"/>
                  </a:moveTo>
                  <a:lnTo>
                    <a:pt x="20193" y="0"/>
                  </a:lnTo>
                  <a:lnTo>
                    <a:pt x="20193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71876" y="7538380"/>
            <a:ext cx="1129141" cy="15116"/>
            <a:chOff x="0" y="0"/>
            <a:chExt cx="1505522" cy="201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05458" cy="20193"/>
            </a:xfrm>
            <a:custGeom>
              <a:avLst/>
              <a:gdLst/>
              <a:ahLst/>
              <a:cxnLst/>
              <a:rect r="r" b="b" t="t" l="l"/>
              <a:pathLst>
                <a:path h="20193" w="1505458">
                  <a:moveTo>
                    <a:pt x="0" y="0"/>
                  </a:moveTo>
                  <a:lnTo>
                    <a:pt x="1505458" y="0"/>
                  </a:lnTo>
                  <a:lnTo>
                    <a:pt x="150545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86443" y="7924971"/>
            <a:ext cx="14583" cy="629641"/>
            <a:chOff x="0" y="0"/>
            <a:chExt cx="19444" cy="8395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431" cy="839470"/>
            </a:xfrm>
            <a:custGeom>
              <a:avLst/>
              <a:gdLst/>
              <a:ahLst/>
              <a:cxnLst/>
              <a:rect r="r" b="b" t="t" l="l"/>
              <a:pathLst>
                <a:path h="839470" w="19431">
                  <a:moveTo>
                    <a:pt x="0" y="0"/>
                  </a:moveTo>
                  <a:lnTo>
                    <a:pt x="19431" y="0"/>
                  </a:lnTo>
                  <a:lnTo>
                    <a:pt x="19431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000483" y="7538380"/>
            <a:ext cx="1272245" cy="15116"/>
            <a:chOff x="0" y="0"/>
            <a:chExt cx="1696326" cy="201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96339" cy="20193"/>
            </a:xfrm>
            <a:custGeom>
              <a:avLst/>
              <a:gdLst/>
              <a:ahLst/>
              <a:cxnLst/>
              <a:rect r="r" b="b" t="t" l="l"/>
              <a:pathLst>
                <a:path h="20193" w="1696339">
                  <a:moveTo>
                    <a:pt x="0" y="0"/>
                  </a:moveTo>
                  <a:lnTo>
                    <a:pt x="1696339" y="0"/>
                  </a:lnTo>
                  <a:lnTo>
                    <a:pt x="1696339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257602" y="7924971"/>
            <a:ext cx="15116" cy="629641"/>
            <a:chOff x="0" y="0"/>
            <a:chExt cx="20155" cy="8395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193" cy="839470"/>
            </a:xfrm>
            <a:custGeom>
              <a:avLst/>
              <a:gdLst/>
              <a:ahLst/>
              <a:cxnLst/>
              <a:rect r="r" b="b" t="t" l="l"/>
              <a:pathLst>
                <a:path h="839470" w="20193">
                  <a:moveTo>
                    <a:pt x="0" y="0"/>
                  </a:moveTo>
                  <a:lnTo>
                    <a:pt x="20193" y="0"/>
                  </a:lnTo>
                  <a:lnTo>
                    <a:pt x="20193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85596" y="8554069"/>
            <a:ext cx="14583" cy="585902"/>
            <a:chOff x="0" y="0"/>
            <a:chExt cx="19444" cy="7812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431" cy="781177"/>
            </a:xfrm>
            <a:custGeom>
              <a:avLst/>
              <a:gdLst/>
              <a:ahLst/>
              <a:cxnLst/>
              <a:rect r="r" b="b" t="t" l="l"/>
              <a:pathLst>
                <a:path h="781177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85596" y="8539496"/>
            <a:ext cx="2829601" cy="15116"/>
            <a:chOff x="0" y="0"/>
            <a:chExt cx="3772802" cy="201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72789" cy="20193"/>
            </a:xfrm>
            <a:custGeom>
              <a:avLst/>
              <a:gdLst/>
              <a:ahLst/>
              <a:cxnLst/>
              <a:rect r="r" b="b" t="t" l="l"/>
              <a:pathLst>
                <a:path h="20193" w="3772789">
                  <a:moveTo>
                    <a:pt x="0" y="0"/>
                  </a:moveTo>
                  <a:lnTo>
                    <a:pt x="3772789" y="0"/>
                  </a:lnTo>
                  <a:lnTo>
                    <a:pt x="3772789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700081" y="8554069"/>
            <a:ext cx="15116" cy="585902"/>
            <a:chOff x="0" y="0"/>
            <a:chExt cx="20155" cy="78120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193" cy="781177"/>
            </a:xfrm>
            <a:custGeom>
              <a:avLst/>
              <a:gdLst/>
              <a:ahLst/>
              <a:cxnLst/>
              <a:rect r="r" b="b" t="t" l="l"/>
              <a:pathLst>
                <a:path h="781177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714664" y="8539496"/>
            <a:ext cx="1157764" cy="15116"/>
            <a:chOff x="0" y="0"/>
            <a:chExt cx="1543685" cy="201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43685" cy="20193"/>
            </a:xfrm>
            <a:custGeom>
              <a:avLst/>
              <a:gdLst/>
              <a:ahLst/>
              <a:cxnLst/>
              <a:rect r="r" b="b" t="t" l="l"/>
              <a:pathLst>
                <a:path h="20193" w="1543685">
                  <a:moveTo>
                    <a:pt x="0" y="0"/>
                  </a:moveTo>
                  <a:lnTo>
                    <a:pt x="1543685" y="0"/>
                  </a:lnTo>
                  <a:lnTo>
                    <a:pt x="154368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857302" y="8554069"/>
            <a:ext cx="15116" cy="585902"/>
            <a:chOff x="0" y="0"/>
            <a:chExt cx="20155" cy="78120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193" cy="781177"/>
            </a:xfrm>
            <a:custGeom>
              <a:avLst/>
              <a:gdLst/>
              <a:ahLst/>
              <a:cxnLst/>
              <a:rect r="r" b="b" t="t" l="l"/>
              <a:pathLst>
                <a:path h="781177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871876" y="8539496"/>
            <a:ext cx="1129141" cy="15116"/>
            <a:chOff x="0" y="0"/>
            <a:chExt cx="1505522" cy="2015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05458" cy="20193"/>
            </a:xfrm>
            <a:custGeom>
              <a:avLst/>
              <a:gdLst/>
              <a:ahLst/>
              <a:cxnLst/>
              <a:rect r="r" b="b" t="t" l="l"/>
              <a:pathLst>
                <a:path h="20193" w="1505458">
                  <a:moveTo>
                    <a:pt x="0" y="0"/>
                  </a:moveTo>
                  <a:lnTo>
                    <a:pt x="1505458" y="0"/>
                  </a:lnTo>
                  <a:lnTo>
                    <a:pt x="150545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986443" y="8554069"/>
            <a:ext cx="14583" cy="585902"/>
            <a:chOff x="0" y="0"/>
            <a:chExt cx="19444" cy="78120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431" cy="781177"/>
            </a:xfrm>
            <a:custGeom>
              <a:avLst/>
              <a:gdLst/>
              <a:ahLst/>
              <a:cxnLst/>
              <a:rect r="r" b="b" t="t" l="l"/>
              <a:pathLst>
                <a:path h="781177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000483" y="8539496"/>
            <a:ext cx="1272245" cy="15116"/>
            <a:chOff x="0" y="0"/>
            <a:chExt cx="1696326" cy="2015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96339" cy="20193"/>
            </a:xfrm>
            <a:custGeom>
              <a:avLst/>
              <a:gdLst/>
              <a:ahLst/>
              <a:cxnLst/>
              <a:rect r="r" b="b" t="t" l="l"/>
              <a:pathLst>
                <a:path h="20193" w="1696339">
                  <a:moveTo>
                    <a:pt x="0" y="0"/>
                  </a:moveTo>
                  <a:lnTo>
                    <a:pt x="1696339" y="0"/>
                  </a:lnTo>
                  <a:lnTo>
                    <a:pt x="1696339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257602" y="8554069"/>
            <a:ext cx="15116" cy="585902"/>
            <a:chOff x="0" y="0"/>
            <a:chExt cx="20155" cy="7812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193" cy="781177"/>
            </a:xfrm>
            <a:custGeom>
              <a:avLst/>
              <a:gdLst/>
              <a:ahLst/>
              <a:cxnLst/>
              <a:rect r="r" b="b" t="t" l="l"/>
              <a:pathLst>
                <a:path h="781177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85596" y="9125388"/>
            <a:ext cx="2829601" cy="14583"/>
            <a:chOff x="0" y="0"/>
            <a:chExt cx="3772802" cy="194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772789" cy="19431"/>
            </a:xfrm>
            <a:custGeom>
              <a:avLst/>
              <a:gdLst/>
              <a:ahLst/>
              <a:cxnLst/>
              <a:rect r="r" b="b" t="t" l="l"/>
              <a:pathLst>
                <a:path h="19431" w="3772789">
                  <a:moveTo>
                    <a:pt x="0" y="0"/>
                  </a:moveTo>
                  <a:lnTo>
                    <a:pt x="3772789" y="0"/>
                  </a:lnTo>
                  <a:lnTo>
                    <a:pt x="377278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3714664" y="9125388"/>
            <a:ext cx="1157764" cy="14583"/>
            <a:chOff x="0" y="0"/>
            <a:chExt cx="1543685" cy="194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43685" cy="19431"/>
            </a:xfrm>
            <a:custGeom>
              <a:avLst/>
              <a:gdLst/>
              <a:ahLst/>
              <a:cxnLst/>
              <a:rect r="r" b="b" t="t" l="l"/>
              <a:pathLst>
                <a:path h="19431" w="1543685">
                  <a:moveTo>
                    <a:pt x="0" y="0"/>
                  </a:moveTo>
                  <a:lnTo>
                    <a:pt x="1543685" y="0"/>
                  </a:lnTo>
                  <a:lnTo>
                    <a:pt x="1543685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871876" y="9125388"/>
            <a:ext cx="1129141" cy="14583"/>
            <a:chOff x="0" y="0"/>
            <a:chExt cx="1505522" cy="194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05458" cy="19431"/>
            </a:xfrm>
            <a:custGeom>
              <a:avLst/>
              <a:gdLst/>
              <a:ahLst/>
              <a:cxnLst/>
              <a:rect r="r" b="b" t="t" l="l"/>
              <a:pathLst>
                <a:path h="19431" w="1505458">
                  <a:moveTo>
                    <a:pt x="0" y="0"/>
                  </a:moveTo>
                  <a:lnTo>
                    <a:pt x="1505458" y="0"/>
                  </a:lnTo>
                  <a:lnTo>
                    <a:pt x="15054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000483" y="9125388"/>
            <a:ext cx="1272245" cy="14583"/>
            <a:chOff x="0" y="0"/>
            <a:chExt cx="1696326" cy="194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696339" cy="19431"/>
            </a:xfrm>
            <a:custGeom>
              <a:avLst/>
              <a:gdLst/>
              <a:ahLst/>
              <a:cxnLst/>
              <a:rect r="r" b="b" t="t" l="l"/>
              <a:pathLst>
                <a:path h="19431" w="1696339">
                  <a:moveTo>
                    <a:pt x="0" y="0"/>
                  </a:moveTo>
                  <a:lnTo>
                    <a:pt x="1696339" y="0"/>
                  </a:lnTo>
                  <a:lnTo>
                    <a:pt x="16963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885596" y="1664475"/>
            <a:ext cx="7797060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같은 파이프라인, 같은 방식입니다. </a:t>
            </a:r>
            <a:r>
              <a:rPr lang="en-US" b="true" sz="2370" spc="-1">
                <a:solidFill>
                  <a:srgbClr val="6B6B6B"/>
                </a:solidFill>
                <a:latin typeface="Arimo Bold"/>
                <a:ea typeface="Arimo Bold"/>
                <a:cs typeface="Arimo Bold"/>
                <a:sym typeface="Arimo Bold"/>
              </a:rPr>
              <a:t>요청한 그림체만 바꿨습니다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14558" y="8070971"/>
            <a:ext cx="1516856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요청한 그림체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923100" y="8070971"/>
            <a:ext cx="727920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수묵화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092741" y="8070971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벡터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215396" y="8070971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유화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14558" y="8683323"/>
            <a:ext cx="240893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36컷 전체 </a:t>
            </a: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중 같은 계열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923100" y="8683323"/>
            <a:ext cx="67770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3 / 36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092741" y="8683323"/>
            <a:ext cx="67770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5 / 36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215396" y="8683323"/>
            <a:ext cx="82619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1E7E34"/>
                </a:solidFill>
                <a:latin typeface="Arimo Bold"/>
                <a:ea typeface="Arimo Bold"/>
                <a:cs typeface="Arimo Bold"/>
                <a:sym typeface="Arimo Bold"/>
              </a:rPr>
              <a:t>34 / 36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702563" y="8302819"/>
            <a:ext cx="5487476" cy="43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804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같은 값을 내고도 </a:t>
            </a:r>
            <a:r>
              <a:rPr lang="en-US" b="true" sz="2804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복불복을 사게 됩니다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85596" y="9292990"/>
            <a:ext cx="11039870" cy="57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위 그림은 그림체마다 한 편(4컷)씩 예시</a:t>
            </a:r>
            <a:r>
              <a:rPr lang="en-US" sz="1896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이고, </a:t>
            </a:r>
            <a:r>
              <a:rPr lang="en-US" sz="1896" b="true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아래 표는 9편 36컷 전체</a:t>
            </a:r>
            <a:r>
              <a:rPr lang="en-US" sz="1896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를 센 값입니다. </a:t>
            </a:r>
          </a:p>
          <a:p>
            <a:pPr algn="l">
              <a:lnSpc>
                <a:spcPts val="2275"/>
              </a:lnSpc>
            </a:pPr>
            <a:r>
              <a:rPr lang="en-US" sz="1896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계열 = 수묵 · 벡터 · 회화 (유화 34/36 은 회화 계열까지 인정한 값. 바로크까지 정확히 맞은건 31/36)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7425797" y="9862214"/>
            <a:ext cx="490318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7 / 17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5596" y="633813"/>
            <a:ext cx="11723942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그래서 제품이 하는 일 ① 될지 안 될지 미리 알려줍니다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571051" y="2414613"/>
            <a:ext cx="13145898" cy="4113984"/>
            <a:chOff x="0" y="0"/>
            <a:chExt cx="14363281" cy="44949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63319" cy="4494911"/>
            </a:xfrm>
            <a:custGeom>
              <a:avLst/>
              <a:gdLst/>
              <a:ahLst/>
              <a:cxnLst/>
              <a:rect r="r" b="b" t="t" l="l"/>
              <a:pathLst>
                <a:path h="4494911" w="14363319">
                  <a:moveTo>
                    <a:pt x="0" y="0"/>
                  </a:moveTo>
                  <a:lnTo>
                    <a:pt x="14363319" y="0"/>
                  </a:lnTo>
                  <a:lnTo>
                    <a:pt x="14363319" y="4494911"/>
                  </a:lnTo>
                  <a:lnTo>
                    <a:pt x="0" y="4494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" r="0" b="-4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99636" y="6833445"/>
            <a:ext cx="2786939" cy="615058"/>
            <a:chOff x="0" y="0"/>
            <a:chExt cx="3715918" cy="8200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15893" cy="820039"/>
            </a:xfrm>
            <a:custGeom>
              <a:avLst/>
              <a:gdLst/>
              <a:ahLst/>
              <a:cxnLst/>
              <a:rect r="r" b="b" t="t" l="l"/>
              <a:pathLst>
                <a:path h="820039" w="3715893">
                  <a:moveTo>
                    <a:pt x="0" y="0"/>
                  </a:moveTo>
                  <a:lnTo>
                    <a:pt x="3715893" y="0"/>
                  </a:lnTo>
                  <a:lnTo>
                    <a:pt x="37158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86042" y="6833445"/>
            <a:ext cx="971998" cy="615058"/>
            <a:chOff x="0" y="0"/>
            <a:chExt cx="1295997" cy="8200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6035" cy="820039"/>
            </a:xfrm>
            <a:custGeom>
              <a:avLst/>
              <a:gdLst/>
              <a:ahLst/>
              <a:cxnLst/>
              <a:rect r="r" b="b" t="t" l="l"/>
              <a:pathLst>
                <a:path h="820039" w="1296035">
                  <a:moveTo>
                    <a:pt x="0" y="0"/>
                  </a:moveTo>
                  <a:lnTo>
                    <a:pt x="1296035" y="0"/>
                  </a:lnTo>
                  <a:lnTo>
                    <a:pt x="1296035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657496" y="6833445"/>
            <a:ext cx="3286439" cy="615058"/>
            <a:chOff x="0" y="0"/>
            <a:chExt cx="4381919" cy="8200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1881" cy="820039"/>
            </a:xfrm>
            <a:custGeom>
              <a:avLst/>
              <a:gdLst/>
              <a:ahLst/>
              <a:cxnLst/>
              <a:rect r="r" b="b" t="t" l="l"/>
              <a:pathLst>
                <a:path h="820039" w="4381881">
                  <a:moveTo>
                    <a:pt x="0" y="0"/>
                  </a:moveTo>
                  <a:lnTo>
                    <a:pt x="4381881" y="0"/>
                  </a:lnTo>
                  <a:lnTo>
                    <a:pt x="4381881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5596" y="6819405"/>
            <a:ext cx="14583" cy="629098"/>
            <a:chOff x="0" y="0"/>
            <a:chExt cx="19444" cy="8387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5596" y="6690522"/>
            <a:ext cx="2815019" cy="14583"/>
            <a:chOff x="0" y="0"/>
            <a:chExt cx="3753358" cy="19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53358" cy="19431"/>
            </a:xfrm>
            <a:custGeom>
              <a:avLst/>
              <a:gdLst/>
              <a:ahLst/>
              <a:cxnLst/>
              <a:rect r="r" b="b" t="t" l="l"/>
              <a:pathLst>
                <a:path h="19431" w="3753358">
                  <a:moveTo>
                    <a:pt x="0" y="0"/>
                  </a:moveTo>
                  <a:lnTo>
                    <a:pt x="3753358" y="0"/>
                  </a:lnTo>
                  <a:lnTo>
                    <a:pt x="37533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86042" y="6819405"/>
            <a:ext cx="14583" cy="629098"/>
            <a:chOff x="0" y="0"/>
            <a:chExt cx="19444" cy="8387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700081" y="6690522"/>
            <a:ext cx="957958" cy="14583"/>
            <a:chOff x="0" y="0"/>
            <a:chExt cx="1277277" cy="194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7239" cy="19431"/>
            </a:xfrm>
            <a:custGeom>
              <a:avLst/>
              <a:gdLst/>
              <a:ahLst/>
              <a:cxnLst/>
              <a:rect r="r" b="b" t="t" l="l"/>
              <a:pathLst>
                <a:path h="19431" w="1277239">
                  <a:moveTo>
                    <a:pt x="0" y="0"/>
                  </a:moveTo>
                  <a:lnTo>
                    <a:pt x="1277239" y="0"/>
                  </a:lnTo>
                  <a:lnTo>
                    <a:pt x="12772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642923" y="6819405"/>
            <a:ext cx="15116" cy="629098"/>
            <a:chOff x="0" y="0"/>
            <a:chExt cx="20155" cy="8387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657496" y="6690522"/>
            <a:ext cx="3301022" cy="14583"/>
            <a:chOff x="0" y="0"/>
            <a:chExt cx="4401363" cy="194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01312" cy="19431"/>
            </a:xfrm>
            <a:custGeom>
              <a:avLst/>
              <a:gdLst/>
              <a:ahLst/>
              <a:cxnLst/>
              <a:rect r="r" b="b" t="t" l="l"/>
              <a:pathLst>
                <a:path h="19431" w="4401312">
                  <a:moveTo>
                    <a:pt x="0" y="0"/>
                  </a:moveTo>
                  <a:lnTo>
                    <a:pt x="4401312" y="0"/>
                  </a:lnTo>
                  <a:lnTo>
                    <a:pt x="440131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943402" y="6819405"/>
            <a:ext cx="15116" cy="629098"/>
            <a:chOff x="0" y="0"/>
            <a:chExt cx="20155" cy="8387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85596" y="7447959"/>
            <a:ext cx="14583" cy="586445"/>
            <a:chOff x="0" y="0"/>
            <a:chExt cx="19444" cy="7819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85596" y="7433386"/>
            <a:ext cx="2815019" cy="15116"/>
            <a:chOff x="0" y="0"/>
            <a:chExt cx="3753358" cy="201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53358" cy="20193"/>
            </a:xfrm>
            <a:custGeom>
              <a:avLst/>
              <a:gdLst/>
              <a:ahLst/>
              <a:cxnLst/>
              <a:rect r="r" b="b" t="t" l="l"/>
              <a:pathLst>
                <a:path h="20193" w="3753358">
                  <a:moveTo>
                    <a:pt x="0" y="0"/>
                  </a:moveTo>
                  <a:lnTo>
                    <a:pt x="3753358" y="0"/>
                  </a:lnTo>
                  <a:lnTo>
                    <a:pt x="375335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686042" y="7447959"/>
            <a:ext cx="14583" cy="586445"/>
            <a:chOff x="0" y="0"/>
            <a:chExt cx="19444" cy="78192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700081" y="7433386"/>
            <a:ext cx="957958" cy="15116"/>
            <a:chOff x="0" y="0"/>
            <a:chExt cx="1277277" cy="2015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77239" cy="20193"/>
            </a:xfrm>
            <a:custGeom>
              <a:avLst/>
              <a:gdLst/>
              <a:ahLst/>
              <a:cxnLst/>
              <a:rect r="r" b="b" t="t" l="l"/>
              <a:pathLst>
                <a:path h="20193" w="1277239">
                  <a:moveTo>
                    <a:pt x="0" y="0"/>
                  </a:moveTo>
                  <a:lnTo>
                    <a:pt x="1277239" y="0"/>
                  </a:lnTo>
                  <a:lnTo>
                    <a:pt x="1277239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642923" y="7447959"/>
            <a:ext cx="15116" cy="586445"/>
            <a:chOff x="0" y="0"/>
            <a:chExt cx="20155" cy="78192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657496" y="7433386"/>
            <a:ext cx="3301022" cy="15116"/>
            <a:chOff x="0" y="0"/>
            <a:chExt cx="4401363" cy="201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01312" cy="20193"/>
            </a:xfrm>
            <a:custGeom>
              <a:avLst/>
              <a:gdLst/>
              <a:ahLst/>
              <a:cxnLst/>
              <a:rect r="r" b="b" t="t" l="l"/>
              <a:pathLst>
                <a:path h="20193" w="4401312">
                  <a:moveTo>
                    <a:pt x="0" y="0"/>
                  </a:moveTo>
                  <a:lnTo>
                    <a:pt x="4401312" y="0"/>
                  </a:lnTo>
                  <a:lnTo>
                    <a:pt x="440131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943402" y="7447959"/>
            <a:ext cx="15116" cy="586445"/>
            <a:chOff x="0" y="0"/>
            <a:chExt cx="20155" cy="78192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85596" y="8033861"/>
            <a:ext cx="14583" cy="585902"/>
            <a:chOff x="0" y="0"/>
            <a:chExt cx="19444" cy="78120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431" cy="781177"/>
            </a:xfrm>
            <a:custGeom>
              <a:avLst/>
              <a:gdLst/>
              <a:ahLst/>
              <a:cxnLst/>
              <a:rect r="r" b="b" t="t" l="l"/>
              <a:pathLst>
                <a:path h="781177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85596" y="8019278"/>
            <a:ext cx="2815019" cy="15116"/>
            <a:chOff x="0" y="0"/>
            <a:chExt cx="3753358" cy="2015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753358" cy="20193"/>
            </a:xfrm>
            <a:custGeom>
              <a:avLst/>
              <a:gdLst/>
              <a:ahLst/>
              <a:cxnLst/>
              <a:rect r="r" b="b" t="t" l="l"/>
              <a:pathLst>
                <a:path h="20193" w="3753358">
                  <a:moveTo>
                    <a:pt x="0" y="0"/>
                  </a:moveTo>
                  <a:lnTo>
                    <a:pt x="3753358" y="0"/>
                  </a:lnTo>
                  <a:lnTo>
                    <a:pt x="375335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686042" y="8033861"/>
            <a:ext cx="14583" cy="585902"/>
            <a:chOff x="0" y="0"/>
            <a:chExt cx="19444" cy="78120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431" cy="781177"/>
            </a:xfrm>
            <a:custGeom>
              <a:avLst/>
              <a:gdLst/>
              <a:ahLst/>
              <a:cxnLst/>
              <a:rect r="r" b="b" t="t" l="l"/>
              <a:pathLst>
                <a:path h="781177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3700081" y="8019278"/>
            <a:ext cx="957958" cy="15116"/>
            <a:chOff x="0" y="0"/>
            <a:chExt cx="1277277" cy="2015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77239" cy="20193"/>
            </a:xfrm>
            <a:custGeom>
              <a:avLst/>
              <a:gdLst/>
              <a:ahLst/>
              <a:cxnLst/>
              <a:rect r="r" b="b" t="t" l="l"/>
              <a:pathLst>
                <a:path h="20193" w="1277239">
                  <a:moveTo>
                    <a:pt x="0" y="0"/>
                  </a:moveTo>
                  <a:lnTo>
                    <a:pt x="1277239" y="0"/>
                  </a:lnTo>
                  <a:lnTo>
                    <a:pt x="1277239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642923" y="8033861"/>
            <a:ext cx="15116" cy="585902"/>
            <a:chOff x="0" y="0"/>
            <a:chExt cx="20155" cy="7812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193" cy="781177"/>
            </a:xfrm>
            <a:custGeom>
              <a:avLst/>
              <a:gdLst/>
              <a:ahLst/>
              <a:cxnLst/>
              <a:rect r="r" b="b" t="t" l="l"/>
              <a:pathLst>
                <a:path h="781177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657496" y="8019278"/>
            <a:ext cx="3301022" cy="15116"/>
            <a:chOff x="0" y="0"/>
            <a:chExt cx="4401363" cy="2015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401312" cy="20193"/>
            </a:xfrm>
            <a:custGeom>
              <a:avLst/>
              <a:gdLst/>
              <a:ahLst/>
              <a:cxnLst/>
              <a:rect r="r" b="b" t="t" l="l"/>
              <a:pathLst>
                <a:path h="20193" w="4401312">
                  <a:moveTo>
                    <a:pt x="0" y="0"/>
                  </a:moveTo>
                  <a:lnTo>
                    <a:pt x="4401312" y="0"/>
                  </a:lnTo>
                  <a:lnTo>
                    <a:pt x="440131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943402" y="8033861"/>
            <a:ext cx="15116" cy="585902"/>
            <a:chOff x="0" y="0"/>
            <a:chExt cx="20155" cy="78120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193" cy="781177"/>
            </a:xfrm>
            <a:custGeom>
              <a:avLst/>
              <a:gdLst/>
              <a:ahLst/>
              <a:cxnLst/>
              <a:rect r="r" b="b" t="t" l="l"/>
              <a:pathLst>
                <a:path h="781177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85596" y="8619220"/>
            <a:ext cx="14583" cy="586445"/>
            <a:chOff x="0" y="0"/>
            <a:chExt cx="19444" cy="78192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85596" y="8605180"/>
            <a:ext cx="2815019" cy="14583"/>
            <a:chOff x="0" y="0"/>
            <a:chExt cx="3753358" cy="194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753358" cy="19431"/>
            </a:xfrm>
            <a:custGeom>
              <a:avLst/>
              <a:gdLst/>
              <a:ahLst/>
              <a:cxnLst/>
              <a:rect r="r" b="b" t="t" l="l"/>
              <a:pathLst>
                <a:path h="19431" w="3753358">
                  <a:moveTo>
                    <a:pt x="0" y="0"/>
                  </a:moveTo>
                  <a:lnTo>
                    <a:pt x="3753358" y="0"/>
                  </a:lnTo>
                  <a:lnTo>
                    <a:pt x="37533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3686042" y="8619220"/>
            <a:ext cx="14583" cy="586445"/>
            <a:chOff x="0" y="0"/>
            <a:chExt cx="19444" cy="78192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3700081" y="8605180"/>
            <a:ext cx="957958" cy="14583"/>
            <a:chOff x="0" y="0"/>
            <a:chExt cx="1277277" cy="194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77239" cy="19431"/>
            </a:xfrm>
            <a:custGeom>
              <a:avLst/>
              <a:gdLst/>
              <a:ahLst/>
              <a:cxnLst/>
              <a:rect r="r" b="b" t="t" l="l"/>
              <a:pathLst>
                <a:path h="19431" w="1277239">
                  <a:moveTo>
                    <a:pt x="0" y="0"/>
                  </a:moveTo>
                  <a:lnTo>
                    <a:pt x="1277239" y="0"/>
                  </a:lnTo>
                  <a:lnTo>
                    <a:pt x="12772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642923" y="8619220"/>
            <a:ext cx="15116" cy="586445"/>
            <a:chOff x="0" y="0"/>
            <a:chExt cx="20155" cy="78192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657496" y="8605180"/>
            <a:ext cx="3301022" cy="14583"/>
            <a:chOff x="0" y="0"/>
            <a:chExt cx="4401363" cy="194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401312" cy="19431"/>
            </a:xfrm>
            <a:custGeom>
              <a:avLst/>
              <a:gdLst/>
              <a:ahLst/>
              <a:cxnLst/>
              <a:rect r="r" b="b" t="t" l="l"/>
              <a:pathLst>
                <a:path h="19431" w="4401312">
                  <a:moveTo>
                    <a:pt x="0" y="0"/>
                  </a:moveTo>
                  <a:lnTo>
                    <a:pt x="4401312" y="0"/>
                  </a:lnTo>
                  <a:lnTo>
                    <a:pt x="440131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943402" y="8619220"/>
            <a:ext cx="15116" cy="586445"/>
            <a:chOff x="0" y="0"/>
            <a:chExt cx="20155" cy="78192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85596" y="9205122"/>
            <a:ext cx="14583" cy="586445"/>
            <a:chOff x="0" y="0"/>
            <a:chExt cx="19444" cy="78192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885596" y="9191082"/>
            <a:ext cx="2815019" cy="14583"/>
            <a:chOff x="0" y="0"/>
            <a:chExt cx="3753358" cy="194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753358" cy="19431"/>
            </a:xfrm>
            <a:custGeom>
              <a:avLst/>
              <a:gdLst/>
              <a:ahLst/>
              <a:cxnLst/>
              <a:rect r="r" b="b" t="t" l="l"/>
              <a:pathLst>
                <a:path h="19431" w="3753358">
                  <a:moveTo>
                    <a:pt x="0" y="0"/>
                  </a:moveTo>
                  <a:lnTo>
                    <a:pt x="3753358" y="0"/>
                  </a:lnTo>
                  <a:lnTo>
                    <a:pt x="37533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3686042" y="9205122"/>
            <a:ext cx="14583" cy="586445"/>
            <a:chOff x="0" y="0"/>
            <a:chExt cx="19444" cy="78192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3700081" y="9191082"/>
            <a:ext cx="957958" cy="14583"/>
            <a:chOff x="0" y="0"/>
            <a:chExt cx="1277277" cy="1944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77239" cy="19431"/>
            </a:xfrm>
            <a:custGeom>
              <a:avLst/>
              <a:gdLst/>
              <a:ahLst/>
              <a:cxnLst/>
              <a:rect r="r" b="b" t="t" l="l"/>
              <a:pathLst>
                <a:path h="19431" w="1277239">
                  <a:moveTo>
                    <a:pt x="0" y="0"/>
                  </a:moveTo>
                  <a:lnTo>
                    <a:pt x="1277239" y="0"/>
                  </a:lnTo>
                  <a:lnTo>
                    <a:pt x="12772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642923" y="9205122"/>
            <a:ext cx="15116" cy="586445"/>
            <a:chOff x="0" y="0"/>
            <a:chExt cx="20155" cy="78192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657496" y="9191082"/>
            <a:ext cx="3301022" cy="14583"/>
            <a:chOff x="0" y="0"/>
            <a:chExt cx="4401363" cy="1944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01312" cy="19431"/>
            </a:xfrm>
            <a:custGeom>
              <a:avLst/>
              <a:gdLst/>
              <a:ahLst/>
              <a:cxnLst/>
              <a:rect r="r" b="b" t="t" l="l"/>
              <a:pathLst>
                <a:path h="19431" w="4401312">
                  <a:moveTo>
                    <a:pt x="0" y="0"/>
                  </a:moveTo>
                  <a:lnTo>
                    <a:pt x="4401312" y="0"/>
                  </a:lnTo>
                  <a:lnTo>
                    <a:pt x="440131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943402" y="9205122"/>
            <a:ext cx="15116" cy="586445"/>
            <a:chOff x="0" y="0"/>
            <a:chExt cx="20155" cy="78192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85596" y="9776984"/>
            <a:ext cx="2815019" cy="14583"/>
            <a:chOff x="0" y="0"/>
            <a:chExt cx="3753358" cy="1944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753358" cy="19431"/>
            </a:xfrm>
            <a:custGeom>
              <a:avLst/>
              <a:gdLst/>
              <a:ahLst/>
              <a:cxnLst/>
              <a:rect r="r" b="b" t="t" l="l"/>
              <a:pathLst>
                <a:path h="19431" w="3753358">
                  <a:moveTo>
                    <a:pt x="0" y="0"/>
                  </a:moveTo>
                  <a:lnTo>
                    <a:pt x="3753358" y="0"/>
                  </a:lnTo>
                  <a:lnTo>
                    <a:pt x="37533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3700081" y="9776984"/>
            <a:ext cx="957958" cy="14583"/>
            <a:chOff x="0" y="0"/>
            <a:chExt cx="1277277" cy="1944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77239" cy="19431"/>
            </a:xfrm>
            <a:custGeom>
              <a:avLst/>
              <a:gdLst/>
              <a:ahLst/>
              <a:cxnLst/>
              <a:rect r="r" b="b" t="t" l="l"/>
              <a:pathLst>
                <a:path h="19431" w="1277239">
                  <a:moveTo>
                    <a:pt x="0" y="0"/>
                  </a:moveTo>
                  <a:lnTo>
                    <a:pt x="1277239" y="0"/>
                  </a:lnTo>
                  <a:lnTo>
                    <a:pt x="12772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4657496" y="9776984"/>
            <a:ext cx="3301022" cy="14583"/>
            <a:chOff x="0" y="0"/>
            <a:chExt cx="4401363" cy="1944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401312" cy="19431"/>
            </a:xfrm>
            <a:custGeom>
              <a:avLst/>
              <a:gdLst/>
              <a:ahLst/>
              <a:cxnLst/>
              <a:rect r="r" b="b" t="t" l="l"/>
              <a:pathLst>
                <a:path h="19431" w="4401312">
                  <a:moveTo>
                    <a:pt x="0" y="0"/>
                  </a:moveTo>
                  <a:lnTo>
                    <a:pt x="4401312" y="0"/>
                  </a:lnTo>
                  <a:lnTo>
                    <a:pt x="440131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885596" y="1892894"/>
            <a:ext cx="8775002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그림체마다 도달 가능한 천장이 다릅니다. 저희는 그 천장을 재두었습니다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114558" y="6964861"/>
            <a:ext cx="727920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그림체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3909603" y="6964861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천장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878896" y="6964861"/>
            <a:ext cx="2851737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제품이 사용자에게 하는 말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14558" y="7577214"/>
            <a:ext cx="245700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이모지 · 벡터 일러스트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3909603" y="7577214"/>
            <a:ext cx="52434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1E7E34"/>
                </a:solidFill>
                <a:latin typeface="Arimo Bold"/>
                <a:ea typeface="Arimo Bold"/>
                <a:cs typeface="Arimo Bold"/>
                <a:sym typeface="Arimo Bold"/>
              </a:rPr>
              <a:t>0.98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878896" y="7577214"/>
            <a:ext cx="1198797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잘 나옵니다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114558" y="8163115"/>
            <a:ext cx="179442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유화 (Baroque)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3909603" y="8163115"/>
            <a:ext cx="52434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0.71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4878896" y="8163115"/>
            <a:ext cx="165617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대체로 나옵니다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114558" y="8749017"/>
            <a:ext cx="187002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수묵화 (ink_m3)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3909603" y="8749017"/>
            <a:ext cx="52434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0.66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878896" y="8749017"/>
            <a:ext cx="234197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기법까지는 어렵습니다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14558" y="9334376"/>
            <a:ext cx="913143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우키요에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909603" y="9334376"/>
            <a:ext cx="52434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0.13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4878896" y="9334376"/>
            <a:ext cx="239922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지금은 권하지 않습니다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8353263" y="7566069"/>
            <a:ext cx="3745440" cy="41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안 될 걸 미리 말해주는 것</a:t>
            </a:r>
            <a:r>
              <a:rPr lang="en-US" sz="270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도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8353263" y="8080696"/>
            <a:ext cx="2906820" cy="41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제품의 기능입니다 —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8353263" y="8594769"/>
            <a:ext cx="3976564" cy="41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돈 쓰고 실망하는 걸 막습니다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7425797" y="9862214"/>
            <a:ext cx="490318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8 / 17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8353263" y="9643139"/>
            <a:ext cx="812872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0"/>
              </a:lnSpc>
            </a:pPr>
            <a:r>
              <a:rPr lang="en-US" sz="1425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천장 = 진짜 그림으로 검색했을 때 나오는 최대치 (1.0 이 만점). </a:t>
            </a:r>
          </a:p>
          <a:p>
            <a:pPr algn="l">
              <a:lnSpc>
                <a:spcPts val="1710"/>
              </a:lnSpc>
              <a:spcBef>
                <a:spcPct val="0"/>
              </a:spcBef>
            </a:pPr>
            <a:r>
              <a:rPr lang="en-US" sz="1425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진짜 그림도 만점이 안 납니다</a:t>
            </a:r>
            <a:r>
              <a:rPr lang="en-US" sz="1425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425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이웃에 사촌 그림체가 섞이기 때문이고, 그래서 그림체마다 미리</a:t>
            </a:r>
            <a:r>
              <a:rPr lang="en-US" sz="1425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 재뒀습니다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596" y="633813"/>
            <a:ext cx="9064981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제품이 하는 일 ② 나쁜 첫 컷을 걸러냅니다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9636" y="3714664"/>
            <a:ext cx="8258756" cy="614524"/>
            <a:chOff x="0" y="0"/>
            <a:chExt cx="11011675" cy="8193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11662" cy="819404"/>
            </a:xfrm>
            <a:custGeom>
              <a:avLst/>
              <a:gdLst/>
              <a:ahLst/>
              <a:cxnLst/>
              <a:rect r="r" b="b" t="t" l="l"/>
              <a:pathLst>
                <a:path h="819404" w="11011662">
                  <a:moveTo>
                    <a:pt x="0" y="0"/>
                  </a:moveTo>
                  <a:lnTo>
                    <a:pt x="11011662" y="0"/>
                  </a:lnTo>
                  <a:lnTo>
                    <a:pt x="11011662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57859" y="3714664"/>
            <a:ext cx="4272477" cy="614524"/>
            <a:chOff x="0" y="0"/>
            <a:chExt cx="5696636" cy="8193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96585" cy="819404"/>
            </a:xfrm>
            <a:custGeom>
              <a:avLst/>
              <a:gdLst/>
              <a:ahLst/>
              <a:cxnLst/>
              <a:rect r="r" b="b" t="t" l="l"/>
              <a:pathLst>
                <a:path h="819404" w="5696585">
                  <a:moveTo>
                    <a:pt x="0" y="0"/>
                  </a:moveTo>
                  <a:lnTo>
                    <a:pt x="5696585" y="0"/>
                  </a:lnTo>
                  <a:lnTo>
                    <a:pt x="5696585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9636" y="5671623"/>
            <a:ext cx="8258756" cy="729539"/>
            <a:chOff x="0" y="0"/>
            <a:chExt cx="11011675" cy="9727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11662" cy="972693"/>
            </a:xfrm>
            <a:custGeom>
              <a:avLst/>
              <a:gdLst/>
              <a:ahLst/>
              <a:cxnLst/>
              <a:rect r="r" b="b" t="t" l="l"/>
              <a:pathLst>
                <a:path h="972693" w="11011662">
                  <a:moveTo>
                    <a:pt x="0" y="0"/>
                  </a:moveTo>
                  <a:lnTo>
                    <a:pt x="11011662" y="0"/>
                  </a:lnTo>
                  <a:lnTo>
                    <a:pt x="11011662" y="972693"/>
                  </a:lnTo>
                  <a:lnTo>
                    <a:pt x="0" y="97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7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57859" y="5671623"/>
            <a:ext cx="4272477" cy="729539"/>
            <a:chOff x="0" y="0"/>
            <a:chExt cx="5696636" cy="9727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96585" cy="972693"/>
            </a:xfrm>
            <a:custGeom>
              <a:avLst/>
              <a:gdLst/>
              <a:ahLst/>
              <a:cxnLst/>
              <a:rect r="r" b="b" t="t" l="l"/>
              <a:pathLst>
                <a:path h="972693" w="5696585">
                  <a:moveTo>
                    <a:pt x="0" y="0"/>
                  </a:moveTo>
                  <a:lnTo>
                    <a:pt x="5696585" y="0"/>
                  </a:lnTo>
                  <a:lnTo>
                    <a:pt x="5696585" y="972693"/>
                  </a:lnTo>
                  <a:lnTo>
                    <a:pt x="0" y="97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7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5596" y="3714664"/>
            <a:ext cx="14583" cy="629098"/>
            <a:chOff x="0" y="0"/>
            <a:chExt cx="19444" cy="8387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85596" y="3714664"/>
            <a:ext cx="8272796" cy="14583"/>
            <a:chOff x="0" y="0"/>
            <a:chExt cx="11030394" cy="194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30458" cy="19431"/>
            </a:xfrm>
            <a:custGeom>
              <a:avLst/>
              <a:gdLst/>
              <a:ahLst/>
              <a:cxnLst/>
              <a:rect r="r" b="b" t="t" l="l"/>
              <a:pathLst>
                <a:path h="19431" w="11030458">
                  <a:moveTo>
                    <a:pt x="0" y="0"/>
                  </a:moveTo>
                  <a:lnTo>
                    <a:pt x="11030458" y="0"/>
                  </a:lnTo>
                  <a:lnTo>
                    <a:pt x="110304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3819" y="3714664"/>
            <a:ext cx="14583" cy="629098"/>
            <a:chOff x="0" y="0"/>
            <a:chExt cx="19444" cy="8387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57859" y="3714664"/>
            <a:ext cx="4287060" cy="14583"/>
            <a:chOff x="0" y="0"/>
            <a:chExt cx="5716080" cy="194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16143" cy="19431"/>
            </a:xfrm>
            <a:custGeom>
              <a:avLst/>
              <a:gdLst/>
              <a:ahLst/>
              <a:cxnLst/>
              <a:rect r="r" b="b" t="t" l="l"/>
              <a:pathLst>
                <a:path h="19431" w="5716143">
                  <a:moveTo>
                    <a:pt x="0" y="0"/>
                  </a:moveTo>
                  <a:lnTo>
                    <a:pt x="5716143" y="0"/>
                  </a:lnTo>
                  <a:lnTo>
                    <a:pt x="5716143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429802" y="3714664"/>
            <a:ext cx="15116" cy="629098"/>
            <a:chOff x="0" y="0"/>
            <a:chExt cx="20155" cy="8387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85596" y="4343219"/>
            <a:ext cx="14583" cy="671760"/>
            <a:chOff x="0" y="0"/>
            <a:chExt cx="19444" cy="895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431" cy="895731"/>
            </a:xfrm>
            <a:custGeom>
              <a:avLst/>
              <a:gdLst/>
              <a:ahLst/>
              <a:cxnLst/>
              <a:rect r="r" b="b" t="t" l="l"/>
              <a:pathLst>
                <a:path h="895731" w="19431">
                  <a:moveTo>
                    <a:pt x="0" y="0"/>
                  </a:moveTo>
                  <a:lnTo>
                    <a:pt x="19431" y="0"/>
                  </a:lnTo>
                  <a:lnTo>
                    <a:pt x="19431" y="895731"/>
                  </a:lnTo>
                  <a:lnTo>
                    <a:pt x="0" y="895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85596" y="4328636"/>
            <a:ext cx="8272796" cy="15116"/>
            <a:chOff x="0" y="0"/>
            <a:chExt cx="11030394" cy="201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30458" cy="20193"/>
            </a:xfrm>
            <a:custGeom>
              <a:avLst/>
              <a:gdLst/>
              <a:ahLst/>
              <a:cxnLst/>
              <a:rect r="r" b="b" t="t" l="l"/>
              <a:pathLst>
                <a:path h="20193" w="11030458">
                  <a:moveTo>
                    <a:pt x="0" y="0"/>
                  </a:moveTo>
                  <a:lnTo>
                    <a:pt x="11030458" y="0"/>
                  </a:lnTo>
                  <a:lnTo>
                    <a:pt x="1103045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3819" y="4343219"/>
            <a:ext cx="14583" cy="671760"/>
            <a:chOff x="0" y="0"/>
            <a:chExt cx="19444" cy="895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431" cy="895731"/>
            </a:xfrm>
            <a:custGeom>
              <a:avLst/>
              <a:gdLst/>
              <a:ahLst/>
              <a:cxnLst/>
              <a:rect r="r" b="b" t="t" l="l"/>
              <a:pathLst>
                <a:path h="895731" w="19431">
                  <a:moveTo>
                    <a:pt x="0" y="0"/>
                  </a:moveTo>
                  <a:lnTo>
                    <a:pt x="19431" y="0"/>
                  </a:lnTo>
                  <a:lnTo>
                    <a:pt x="19431" y="895731"/>
                  </a:lnTo>
                  <a:lnTo>
                    <a:pt x="0" y="895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57859" y="4328636"/>
            <a:ext cx="4287060" cy="15116"/>
            <a:chOff x="0" y="0"/>
            <a:chExt cx="5716080" cy="201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16143" cy="20193"/>
            </a:xfrm>
            <a:custGeom>
              <a:avLst/>
              <a:gdLst/>
              <a:ahLst/>
              <a:cxnLst/>
              <a:rect r="r" b="b" t="t" l="l"/>
              <a:pathLst>
                <a:path h="20193" w="5716143">
                  <a:moveTo>
                    <a:pt x="0" y="0"/>
                  </a:moveTo>
                  <a:lnTo>
                    <a:pt x="5716143" y="0"/>
                  </a:lnTo>
                  <a:lnTo>
                    <a:pt x="5716143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429802" y="4343219"/>
            <a:ext cx="15116" cy="671760"/>
            <a:chOff x="0" y="0"/>
            <a:chExt cx="20155" cy="895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193" cy="895731"/>
            </a:xfrm>
            <a:custGeom>
              <a:avLst/>
              <a:gdLst/>
              <a:ahLst/>
              <a:cxnLst/>
              <a:rect r="r" b="b" t="t" l="l"/>
              <a:pathLst>
                <a:path h="895731" w="20193">
                  <a:moveTo>
                    <a:pt x="0" y="0"/>
                  </a:moveTo>
                  <a:lnTo>
                    <a:pt x="20193" y="0"/>
                  </a:lnTo>
                  <a:lnTo>
                    <a:pt x="20193" y="895731"/>
                  </a:lnTo>
                  <a:lnTo>
                    <a:pt x="0" y="895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85596" y="5014436"/>
            <a:ext cx="14583" cy="672303"/>
            <a:chOff x="0" y="0"/>
            <a:chExt cx="19444" cy="8964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431" cy="896366"/>
            </a:xfrm>
            <a:custGeom>
              <a:avLst/>
              <a:gdLst/>
              <a:ahLst/>
              <a:cxnLst/>
              <a:rect r="r" b="b" t="t" l="l"/>
              <a:pathLst>
                <a:path h="896366" w="19431">
                  <a:moveTo>
                    <a:pt x="0" y="0"/>
                  </a:moveTo>
                  <a:lnTo>
                    <a:pt x="19431" y="0"/>
                  </a:lnTo>
                  <a:lnTo>
                    <a:pt x="19431" y="896366"/>
                  </a:lnTo>
                  <a:lnTo>
                    <a:pt x="0" y="896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85596" y="5000396"/>
            <a:ext cx="8272796" cy="14583"/>
            <a:chOff x="0" y="0"/>
            <a:chExt cx="11030394" cy="194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30458" cy="19431"/>
            </a:xfrm>
            <a:custGeom>
              <a:avLst/>
              <a:gdLst/>
              <a:ahLst/>
              <a:cxnLst/>
              <a:rect r="r" b="b" t="t" l="l"/>
              <a:pathLst>
                <a:path h="19431" w="11030458">
                  <a:moveTo>
                    <a:pt x="0" y="0"/>
                  </a:moveTo>
                  <a:lnTo>
                    <a:pt x="11030458" y="0"/>
                  </a:lnTo>
                  <a:lnTo>
                    <a:pt x="110304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3819" y="5014436"/>
            <a:ext cx="14583" cy="672303"/>
            <a:chOff x="0" y="0"/>
            <a:chExt cx="19444" cy="8964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431" cy="896366"/>
            </a:xfrm>
            <a:custGeom>
              <a:avLst/>
              <a:gdLst/>
              <a:ahLst/>
              <a:cxnLst/>
              <a:rect r="r" b="b" t="t" l="l"/>
              <a:pathLst>
                <a:path h="896366" w="19431">
                  <a:moveTo>
                    <a:pt x="0" y="0"/>
                  </a:moveTo>
                  <a:lnTo>
                    <a:pt x="19431" y="0"/>
                  </a:lnTo>
                  <a:lnTo>
                    <a:pt x="19431" y="896366"/>
                  </a:lnTo>
                  <a:lnTo>
                    <a:pt x="0" y="896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157859" y="5000396"/>
            <a:ext cx="4287060" cy="14583"/>
            <a:chOff x="0" y="0"/>
            <a:chExt cx="5716080" cy="194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16143" cy="19431"/>
            </a:xfrm>
            <a:custGeom>
              <a:avLst/>
              <a:gdLst/>
              <a:ahLst/>
              <a:cxnLst/>
              <a:rect r="r" b="b" t="t" l="l"/>
              <a:pathLst>
                <a:path h="19431" w="5716143">
                  <a:moveTo>
                    <a:pt x="0" y="0"/>
                  </a:moveTo>
                  <a:lnTo>
                    <a:pt x="5716143" y="0"/>
                  </a:lnTo>
                  <a:lnTo>
                    <a:pt x="5716143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429802" y="5014436"/>
            <a:ext cx="15116" cy="672303"/>
            <a:chOff x="0" y="0"/>
            <a:chExt cx="20155" cy="8964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193" cy="896366"/>
            </a:xfrm>
            <a:custGeom>
              <a:avLst/>
              <a:gdLst/>
              <a:ahLst/>
              <a:cxnLst/>
              <a:rect r="r" b="b" t="t" l="l"/>
              <a:pathLst>
                <a:path h="896366" w="20193">
                  <a:moveTo>
                    <a:pt x="0" y="0"/>
                  </a:moveTo>
                  <a:lnTo>
                    <a:pt x="20193" y="0"/>
                  </a:lnTo>
                  <a:lnTo>
                    <a:pt x="20193" y="896366"/>
                  </a:lnTo>
                  <a:lnTo>
                    <a:pt x="0" y="896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85596" y="5686196"/>
            <a:ext cx="14583" cy="728996"/>
            <a:chOff x="0" y="0"/>
            <a:chExt cx="19444" cy="9719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431" cy="972058"/>
            </a:xfrm>
            <a:custGeom>
              <a:avLst/>
              <a:gdLst/>
              <a:ahLst/>
              <a:cxnLst/>
              <a:rect r="r" b="b" t="t" l="l"/>
              <a:pathLst>
                <a:path h="972058" w="19431">
                  <a:moveTo>
                    <a:pt x="0" y="0"/>
                  </a:moveTo>
                  <a:lnTo>
                    <a:pt x="19431" y="0"/>
                  </a:lnTo>
                  <a:lnTo>
                    <a:pt x="19431" y="972058"/>
                  </a:lnTo>
                  <a:lnTo>
                    <a:pt x="0" y="9720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85596" y="5671623"/>
            <a:ext cx="8272796" cy="15116"/>
            <a:chOff x="0" y="0"/>
            <a:chExt cx="11030394" cy="2015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030458" cy="20193"/>
            </a:xfrm>
            <a:custGeom>
              <a:avLst/>
              <a:gdLst/>
              <a:ahLst/>
              <a:cxnLst/>
              <a:rect r="r" b="b" t="t" l="l"/>
              <a:pathLst>
                <a:path h="20193" w="11030458">
                  <a:moveTo>
                    <a:pt x="0" y="0"/>
                  </a:moveTo>
                  <a:lnTo>
                    <a:pt x="11030458" y="0"/>
                  </a:lnTo>
                  <a:lnTo>
                    <a:pt x="1103045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3819" y="5686196"/>
            <a:ext cx="14583" cy="728996"/>
            <a:chOff x="0" y="0"/>
            <a:chExt cx="19444" cy="97199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431" cy="972058"/>
            </a:xfrm>
            <a:custGeom>
              <a:avLst/>
              <a:gdLst/>
              <a:ahLst/>
              <a:cxnLst/>
              <a:rect r="r" b="b" t="t" l="l"/>
              <a:pathLst>
                <a:path h="972058" w="19431">
                  <a:moveTo>
                    <a:pt x="0" y="0"/>
                  </a:moveTo>
                  <a:lnTo>
                    <a:pt x="19431" y="0"/>
                  </a:lnTo>
                  <a:lnTo>
                    <a:pt x="19431" y="972058"/>
                  </a:lnTo>
                  <a:lnTo>
                    <a:pt x="0" y="9720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157859" y="5671623"/>
            <a:ext cx="4287060" cy="15116"/>
            <a:chOff x="0" y="0"/>
            <a:chExt cx="5716080" cy="2015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16143" cy="20193"/>
            </a:xfrm>
            <a:custGeom>
              <a:avLst/>
              <a:gdLst/>
              <a:ahLst/>
              <a:cxnLst/>
              <a:rect r="r" b="b" t="t" l="l"/>
              <a:pathLst>
                <a:path h="20193" w="5716143">
                  <a:moveTo>
                    <a:pt x="0" y="0"/>
                  </a:moveTo>
                  <a:lnTo>
                    <a:pt x="5716143" y="0"/>
                  </a:lnTo>
                  <a:lnTo>
                    <a:pt x="5716143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429802" y="5686196"/>
            <a:ext cx="15116" cy="728996"/>
            <a:chOff x="0" y="0"/>
            <a:chExt cx="20155" cy="97199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193" cy="972058"/>
            </a:xfrm>
            <a:custGeom>
              <a:avLst/>
              <a:gdLst/>
              <a:ahLst/>
              <a:cxnLst/>
              <a:rect r="r" b="b" t="t" l="l"/>
              <a:pathLst>
                <a:path h="972058" w="20193">
                  <a:moveTo>
                    <a:pt x="0" y="0"/>
                  </a:moveTo>
                  <a:lnTo>
                    <a:pt x="20193" y="0"/>
                  </a:lnTo>
                  <a:lnTo>
                    <a:pt x="20193" y="972058"/>
                  </a:lnTo>
                  <a:lnTo>
                    <a:pt x="0" y="9720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85596" y="6400619"/>
            <a:ext cx="8272796" cy="14583"/>
            <a:chOff x="0" y="0"/>
            <a:chExt cx="11030394" cy="194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030458" cy="19431"/>
            </a:xfrm>
            <a:custGeom>
              <a:avLst/>
              <a:gdLst/>
              <a:ahLst/>
              <a:cxnLst/>
              <a:rect r="r" b="b" t="t" l="l"/>
              <a:pathLst>
                <a:path h="19431" w="11030458">
                  <a:moveTo>
                    <a:pt x="0" y="0"/>
                  </a:moveTo>
                  <a:lnTo>
                    <a:pt x="11030458" y="0"/>
                  </a:lnTo>
                  <a:lnTo>
                    <a:pt x="110304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157859" y="6400619"/>
            <a:ext cx="4287060" cy="14583"/>
            <a:chOff x="0" y="0"/>
            <a:chExt cx="5716080" cy="194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716143" cy="19431"/>
            </a:xfrm>
            <a:custGeom>
              <a:avLst/>
              <a:gdLst/>
              <a:ahLst/>
              <a:cxnLst/>
              <a:rect r="r" b="b" t="t" l="l"/>
              <a:pathLst>
                <a:path h="19431" w="5716143">
                  <a:moveTo>
                    <a:pt x="0" y="0"/>
                  </a:moveTo>
                  <a:lnTo>
                    <a:pt x="5716143" y="0"/>
                  </a:lnTo>
                  <a:lnTo>
                    <a:pt x="5716143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885596" y="2964256"/>
            <a:ext cx="9620098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첫 컷이 4컷 전체의 앵커라, 첫 컷이 어긋나면 나머지 셋이 그 어긋남을 베낍니다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14558" y="3860111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방식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374400" y="3860111"/>
            <a:ext cx="2444582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컷2~4 그림체 정확도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14558" y="4481112"/>
            <a:ext cx="1861376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그냥 4컷 생성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374400" y="4481112"/>
            <a:ext cx="824036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0.185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14558" y="5152339"/>
            <a:ext cx="2444582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앞 컷을 물려서 생성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374400" y="5152339"/>
            <a:ext cx="824036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0.296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14558" y="5852712"/>
            <a:ext cx="5002559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47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첫 컷을 3장 뽑아 채점기로 고른 뒤 생성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374400" y="5808631"/>
            <a:ext cx="979561" cy="449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 spc="-1">
                <a:solidFill>
                  <a:srgbClr val="1E7E34"/>
                </a:solidFill>
                <a:latin typeface="Arimo Bold"/>
                <a:ea typeface="Arimo Bold"/>
                <a:cs typeface="Arimo Bold"/>
                <a:sym typeface="Arimo Bold"/>
              </a:rPr>
              <a:t>0.370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85596" y="6791620"/>
            <a:ext cx="10986297" cy="504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b="true" sz="3254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두 배입니다.</a:t>
            </a:r>
            <a:r>
              <a:rPr lang="en-US" sz="3254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95% 구간 [+0.037 ~ +0.333] — 0을 안 품습니다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85596" y="7615819"/>
            <a:ext cx="9840420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채점기를 판정에 쓰지 않고 </a:t>
            </a:r>
            <a:r>
              <a:rPr lang="en-US" b="true" sz="2025" spc="-1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선별에 쓴 것</a:t>
            </a: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이 핵심이다. 재생성 비용을 태우지 않고 정확도를 올린다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7425797" y="9862214"/>
            <a:ext cx="490318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9 / 17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596" y="633813"/>
            <a:ext cx="10514343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제품이 하는 일 ③ 그림체에 따라 검색을 바꿉니다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9636" y="3299936"/>
            <a:ext cx="5015522" cy="615058"/>
            <a:chOff x="0" y="0"/>
            <a:chExt cx="6687363" cy="8200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87312" cy="820039"/>
            </a:xfrm>
            <a:custGeom>
              <a:avLst/>
              <a:gdLst/>
              <a:ahLst/>
              <a:cxnLst/>
              <a:rect r="r" b="b" t="t" l="l"/>
              <a:pathLst>
                <a:path h="820039" w="6687312">
                  <a:moveTo>
                    <a:pt x="0" y="0"/>
                  </a:moveTo>
                  <a:lnTo>
                    <a:pt x="6687312" y="0"/>
                  </a:lnTo>
                  <a:lnTo>
                    <a:pt x="6687312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14615" y="3299936"/>
            <a:ext cx="2715120" cy="615058"/>
            <a:chOff x="0" y="0"/>
            <a:chExt cx="3620160" cy="8200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20135" cy="820039"/>
            </a:xfrm>
            <a:custGeom>
              <a:avLst/>
              <a:gdLst/>
              <a:ahLst/>
              <a:cxnLst/>
              <a:rect r="r" b="b" t="t" l="l"/>
              <a:pathLst>
                <a:path h="820039" w="3620135">
                  <a:moveTo>
                    <a:pt x="0" y="0"/>
                  </a:moveTo>
                  <a:lnTo>
                    <a:pt x="3620135" y="0"/>
                  </a:lnTo>
                  <a:lnTo>
                    <a:pt x="3620135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29202" y="3299936"/>
            <a:ext cx="2729703" cy="615058"/>
            <a:chOff x="0" y="0"/>
            <a:chExt cx="3639604" cy="8200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39566" cy="820039"/>
            </a:xfrm>
            <a:custGeom>
              <a:avLst/>
              <a:gdLst/>
              <a:ahLst/>
              <a:cxnLst/>
              <a:rect r="r" b="b" t="t" l="l"/>
              <a:pathLst>
                <a:path h="820039" w="3639566">
                  <a:moveTo>
                    <a:pt x="0" y="0"/>
                  </a:moveTo>
                  <a:lnTo>
                    <a:pt x="3639566" y="0"/>
                  </a:lnTo>
                  <a:lnTo>
                    <a:pt x="3639566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358362" y="3299936"/>
            <a:ext cx="2729160" cy="615058"/>
            <a:chOff x="0" y="0"/>
            <a:chExt cx="3638880" cy="8200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38931" cy="820039"/>
            </a:xfrm>
            <a:custGeom>
              <a:avLst/>
              <a:gdLst/>
              <a:ahLst/>
              <a:cxnLst/>
              <a:rect r="r" b="b" t="t" l="l"/>
              <a:pathLst>
                <a:path h="820039" w="3638931">
                  <a:moveTo>
                    <a:pt x="0" y="0"/>
                  </a:moveTo>
                  <a:lnTo>
                    <a:pt x="3638931" y="0"/>
                  </a:lnTo>
                  <a:lnTo>
                    <a:pt x="3638931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5596" y="3299936"/>
            <a:ext cx="14583" cy="629641"/>
            <a:chOff x="0" y="0"/>
            <a:chExt cx="19444" cy="8395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431" cy="839470"/>
            </a:xfrm>
            <a:custGeom>
              <a:avLst/>
              <a:gdLst/>
              <a:ahLst/>
              <a:cxnLst/>
              <a:rect r="r" b="b" t="t" l="l"/>
              <a:pathLst>
                <a:path h="839470" w="19431">
                  <a:moveTo>
                    <a:pt x="0" y="0"/>
                  </a:moveTo>
                  <a:lnTo>
                    <a:pt x="19431" y="0"/>
                  </a:lnTo>
                  <a:lnTo>
                    <a:pt x="19431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85596" y="3299936"/>
            <a:ext cx="5029562" cy="15116"/>
            <a:chOff x="0" y="0"/>
            <a:chExt cx="6706083" cy="201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6108" cy="20193"/>
            </a:xfrm>
            <a:custGeom>
              <a:avLst/>
              <a:gdLst/>
              <a:ahLst/>
              <a:cxnLst/>
              <a:rect r="r" b="b" t="t" l="l"/>
              <a:pathLst>
                <a:path h="20193" w="6706108">
                  <a:moveTo>
                    <a:pt x="0" y="0"/>
                  </a:moveTo>
                  <a:lnTo>
                    <a:pt x="6706108" y="0"/>
                  </a:lnTo>
                  <a:lnTo>
                    <a:pt x="670610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900576" y="3299936"/>
            <a:ext cx="14583" cy="629641"/>
            <a:chOff x="0" y="0"/>
            <a:chExt cx="19444" cy="8395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431" cy="839470"/>
            </a:xfrm>
            <a:custGeom>
              <a:avLst/>
              <a:gdLst/>
              <a:ahLst/>
              <a:cxnLst/>
              <a:rect r="r" b="b" t="t" l="l"/>
              <a:pathLst>
                <a:path h="839470" w="19431">
                  <a:moveTo>
                    <a:pt x="0" y="0"/>
                  </a:moveTo>
                  <a:lnTo>
                    <a:pt x="19431" y="0"/>
                  </a:lnTo>
                  <a:lnTo>
                    <a:pt x="19431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914615" y="3299936"/>
            <a:ext cx="2729703" cy="15116"/>
            <a:chOff x="0" y="0"/>
            <a:chExt cx="3639604" cy="201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39566" cy="20193"/>
            </a:xfrm>
            <a:custGeom>
              <a:avLst/>
              <a:gdLst/>
              <a:ahLst/>
              <a:cxnLst/>
              <a:rect r="r" b="b" t="t" l="l"/>
              <a:pathLst>
                <a:path h="20193" w="3639566">
                  <a:moveTo>
                    <a:pt x="0" y="0"/>
                  </a:moveTo>
                  <a:lnTo>
                    <a:pt x="3639566" y="0"/>
                  </a:lnTo>
                  <a:lnTo>
                    <a:pt x="363956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629202" y="3299936"/>
            <a:ext cx="15116" cy="629641"/>
            <a:chOff x="0" y="0"/>
            <a:chExt cx="20155" cy="8395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93" cy="839470"/>
            </a:xfrm>
            <a:custGeom>
              <a:avLst/>
              <a:gdLst/>
              <a:ahLst/>
              <a:cxnLst/>
              <a:rect r="r" b="b" t="t" l="l"/>
              <a:pathLst>
                <a:path h="839470" w="20193">
                  <a:moveTo>
                    <a:pt x="0" y="0"/>
                  </a:moveTo>
                  <a:lnTo>
                    <a:pt x="20193" y="0"/>
                  </a:lnTo>
                  <a:lnTo>
                    <a:pt x="20193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643776" y="3299936"/>
            <a:ext cx="2729160" cy="15116"/>
            <a:chOff x="0" y="0"/>
            <a:chExt cx="3638880" cy="201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38931" cy="20193"/>
            </a:xfrm>
            <a:custGeom>
              <a:avLst/>
              <a:gdLst/>
              <a:ahLst/>
              <a:cxnLst/>
              <a:rect r="r" b="b" t="t" l="l"/>
              <a:pathLst>
                <a:path h="20193" w="3638931">
                  <a:moveTo>
                    <a:pt x="0" y="0"/>
                  </a:moveTo>
                  <a:lnTo>
                    <a:pt x="3638931" y="0"/>
                  </a:lnTo>
                  <a:lnTo>
                    <a:pt x="3638931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358362" y="3299936"/>
            <a:ext cx="14583" cy="629641"/>
            <a:chOff x="0" y="0"/>
            <a:chExt cx="19444" cy="8395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431" cy="839470"/>
            </a:xfrm>
            <a:custGeom>
              <a:avLst/>
              <a:gdLst/>
              <a:ahLst/>
              <a:cxnLst/>
              <a:rect r="r" b="b" t="t" l="l"/>
              <a:pathLst>
                <a:path h="839470" w="19431">
                  <a:moveTo>
                    <a:pt x="0" y="0"/>
                  </a:moveTo>
                  <a:lnTo>
                    <a:pt x="19431" y="0"/>
                  </a:lnTo>
                  <a:lnTo>
                    <a:pt x="19431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372402" y="3299936"/>
            <a:ext cx="2729703" cy="15116"/>
            <a:chOff x="0" y="0"/>
            <a:chExt cx="3639604" cy="201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39566" cy="20193"/>
            </a:xfrm>
            <a:custGeom>
              <a:avLst/>
              <a:gdLst/>
              <a:ahLst/>
              <a:cxnLst/>
              <a:rect r="r" b="b" t="t" l="l"/>
              <a:pathLst>
                <a:path h="20193" w="3639566">
                  <a:moveTo>
                    <a:pt x="0" y="0"/>
                  </a:moveTo>
                  <a:lnTo>
                    <a:pt x="3639566" y="0"/>
                  </a:lnTo>
                  <a:lnTo>
                    <a:pt x="363956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086980" y="3299936"/>
            <a:ext cx="15116" cy="629641"/>
            <a:chOff x="0" y="0"/>
            <a:chExt cx="20155" cy="8395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193" cy="839470"/>
            </a:xfrm>
            <a:custGeom>
              <a:avLst/>
              <a:gdLst/>
              <a:ahLst/>
              <a:cxnLst/>
              <a:rect r="r" b="b" t="t" l="l"/>
              <a:pathLst>
                <a:path h="839470" w="20193">
                  <a:moveTo>
                    <a:pt x="0" y="0"/>
                  </a:moveTo>
                  <a:lnTo>
                    <a:pt x="20193" y="0"/>
                  </a:lnTo>
                  <a:lnTo>
                    <a:pt x="20193" y="839470"/>
                  </a:lnTo>
                  <a:lnTo>
                    <a:pt x="0" y="839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85596" y="3929043"/>
            <a:ext cx="14583" cy="671760"/>
            <a:chOff x="0" y="0"/>
            <a:chExt cx="19444" cy="895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431" cy="895731"/>
            </a:xfrm>
            <a:custGeom>
              <a:avLst/>
              <a:gdLst/>
              <a:ahLst/>
              <a:cxnLst/>
              <a:rect r="r" b="b" t="t" l="l"/>
              <a:pathLst>
                <a:path h="895731" w="19431">
                  <a:moveTo>
                    <a:pt x="0" y="0"/>
                  </a:moveTo>
                  <a:lnTo>
                    <a:pt x="19431" y="0"/>
                  </a:lnTo>
                  <a:lnTo>
                    <a:pt x="19431" y="895731"/>
                  </a:lnTo>
                  <a:lnTo>
                    <a:pt x="0" y="895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85596" y="3914461"/>
            <a:ext cx="5029562" cy="15116"/>
            <a:chOff x="0" y="0"/>
            <a:chExt cx="6706083" cy="201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06108" cy="20193"/>
            </a:xfrm>
            <a:custGeom>
              <a:avLst/>
              <a:gdLst/>
              <a:ahLst/>
              <a:cxnLst/>
              <a:rect r="r" b="b" t="t" l="l"/>
              <a:pathLst>
                <a:path h="20193" w="6706108">
                  <a:moveTo>
                    <a:pt x="0" y="0"/>
                  </a:moveTo>
                  <a:lnTo>
                    <a:pt x="6706108" y="0"/>
                  </a:lnTo>
                  <a:lnTo>
                    <a:pt x="670610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900576" y="3929043"/>
            <a:ext cx="14583" cy="671760"/>
            <a:chOff x="0" y="0"/>
            <a:chExt cx="19444" cy="895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431" cy="895731"/>
            </a:xfrm>
            <a:custGeom>
              <a:avLst/>
              <a:gdLst/>
              <a:ahLst/>
              <a:cxnLst/>
              <a:rect r="r" b="b" t="t" l="l"/>
              <a:pathLst>
                <a:path h="895731" w="19431">
                  <a:moveTo>
                    <a:pt x="0" y="0"/>
                  </a:moveTo>
                  <a:lnTo>
                    <a:pt x="19431" y="0"/>
                  </a:lnTo>
                  <a:lnTo>
                    <a:pt x="19431" y="895731"/>
                  </a:lnTo>
                  <a:lnTo>
                    <a:pt x="0" y="895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914615" y="3914461"/>
            <a:ext cx="2729703" cy="15116"/>
            <a:chOff x="0" y="0"/>
            <a:chExt cx="3639604" cy="201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39566" cy="20193"/>
            </a:xfrm>
            <a:custGeom>
              <a:avLst/>
              <a:gdLst/>
              <a:ahLst/>
              <a:cxnLst/>
              <a:rect r="r" b="b" t="t" l="l"/>
              <a:pathLst>
                <a:path h="20193" w="3639566">
                  <a:moveTo>
                    <a:pt x="0" y="0"/>
                  </a:moveTo>
                  <a:lnTo>
                    <a:pt x="3639566" y="0"/>
                  </a:lnTo>
                  <a:lnTo>
                    <a:pt x="363956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629202" y="3929043"/>
            <a:ext cx="15116" cy="671760"/>
            <a:chOff x="0" y="0"/>
            <a:chExt cx="20155" cy="8956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193" cy="895731"/>
            </a:xfrm>
            <a:custGeom>
              <a:avLst/>
              <a:gdLst/>
              <a:ahLst/>
              <a:cxnLst/>
              <a:rect r="r" b="b" t="t" l="l"/>
              <a:pathLst>
                <a:path h="895731" w="20193">
                  <a:moveTo>
                    <a:pt x="0" y="0"/>
                  </a:moveTo>
                  <a:lnTo>
                    <a:pt x="20193" y="0"/>
                  </a:lnTo>
                  <a:lnTo>
                    <a:pt x="20193" y="895731"/>
                  </a:lnTo>
                  <a:lnTo>
                    <a:pt x="0" y="895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643776" y="3914461"/>
            <a:ext cx="2729160" cy="15116"/>
            <a:chOff x="0" y="0"/>
            <a:chExt cx="3638880" cy="2015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38931" cy="20193"/>
            </a:xfrm>
            <a:custGeom>
              <a:avLst/>
              <a:gdLst/>
              <a:ahLst/>
              <a:cxnLst/>
              <a:rect r="r" b="b" t="t" l="l"/>
              <a:pathLst>
                <a:path h="20193" w="3638931">
                  <a:moveTo>
                    <a:pt x="0" y="0"/>
                  </a:moveTo>
                  <a:lnTo>
                    <a:pt x="3638931" y="0"/>
                  </a:lnTo>
                  <a:lnTo>
                    <a:pt x="3638931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358362" y="3929043"/>
            <a:ext cx="14583" cy="671760"/>
            <a:chOff x="0" y="0"/>
            <a:chExt cx="19444" cy="895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431" cy="895731"/>
            </a:xfrm>
            <a:custGeom>
              <a:avLst/>
              <a:gdLst/>
              <a:ahLst/>
              <a:cxnLst/>
              <a:rect r="r" b="b" t="t" l="l"/>
              <a:pathLst>
                <a:path h="895731" w="19431">
                  <a:moveTo>
                    <a:pt x="0" y="0"/>
                  </a:moveTo>
                  <a:lnTo>
                    <a:pt x="19431" y="0"/>
                  </a:lnTo>
                  <a:lnTo>
                    <a:pt x="19431" y="895731"/>
                  </a:lnTo>
                  <a:lnTo>
                    <a:pt x="0" y="895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372402" y="3914461"/>
            <a:ext cx="2729703" cy="15116"/>
            <a:chOff x="0" y="0"/>
            <a:chExt cx="3639604" cy="2015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39566" cy="20193"/>
            </a:xfrm>
            <a:custGeom>
              <a:avLst/>
              <a:gdLst/>
              <a:ahLst/>
              <a:cxnLst/>
              <a:rect r="r" b="b" t="t" l="l"/>
              <a:pathLst>
                <a:path h="20193" w="3639566">
                  <a:moveTo>
                    <a:pt x="0" y="0"/>
                  </a:moveTo>
                  <a:lnTo>
                    <a:pt x="3639566" y="0"/>
                  </a:lnTo>
                  <a:lnTo>
                    <a:pt x="363956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086980" y="3929043"/>
            <a:ext cx="15116" cy="671760"/>
            <a:chOff x="0" y="0"/>
            <a:chExt cx="20155" cy="895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193" cy="895731"/>
            </a:xfrm>
            <a:custGeom>
              <a:avLst/>
              <a:gdLst/>
              <a:ahLst/>
              <a:cxnLst/>
              <a:rect r="r" b="b" t="t" l="l"/>
              <a:pathLst>
                <a:path h="895731" w="20193">
                  <a:moveTo>
                    <a:pt x="0" y="0"/>
                  </a:moveTo>
                  <a:lnTo>
                    <a:pt x="20193" y="0"/>
                  </a:lnTo>
                  <a:lnTo>
                    <a:pt x="20193" y="895731"/>
                  </a:lnTo>
                  <a:lnTo>
                    <a:pt x="0" y="895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85596" y="4600261"/>
            <a:ext cx="14583" cy="672303"/>
            <a:chOff x="0" y="0"/>
            <a:chExt cx="19444" cy="8964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431" cy="896366"/>
            </a:xfrm>
            <a:custGeom>
              <a:avLst/>
              <a:gdLst/>
              <a:ahLst/>
              <a:cxnLst/>
              <a:rect r="r" b="b" t="t" l="l"/>
              <a:pathLst>
                <a:path h="896366" w="19431">
                  <a:moveTo>
                    <a:pt x="0" y="0"/>
                  </a:moveTo>
                  <a:lnTo>
                    <a:pt x="19431" y="0"/>
                  </a:lnTo>
                  <a:lnTo>
                    <a:pt x="19431" y="896366"/>
                  </a:lnTo>
                  <a:lnTo>
                    <a:pt x="0" y="896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85596" y="4586221"/>
            <a:ext cx="5029562" cy="14583"/>
            <a:chOff x="0" y="0"/>
            <a:chExt cx="6706083" cy="194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706108" cy="19431"/>
            </a:xfrm>
            <a:custGeom>
              <a:avLst/>
              <a:gdLst/>
              <a:ahLst/>
              <a:cxnLst/>
              <a:rect r="r" b="b" t="t" l="l"/>
              <a:pathLst>
                <a:path h="19431" w="6706108">
                  <a:moveTo>
                    <a:pt x="0" y="0"/>
                  </a:moveTo>
                  <a:lnTo>
                    <a:pt x="6706108" y="0"/>
                  </a:lnTo>
                  <a:lnTo>
                    <a:pt x="670610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900576" y="4600261"/>
            <a:ext cx="14583" cy="672303"/>
            <a:chOff x="0" y="0"/>
            <a:chExt cx="19444" cy="8964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431" cy="896366"/>
            </a:xfrm>
            <a:custGeom>
              <a:avLst/>
              <a:gdLst/>
              <a:ahLst/>
              <a:cxnLst/>
              <a:rect r="r" b="b" t="t" l="l"/>
              <a:pathLst>
                <a:path h="896366" w="19431">
                  <a:moveTo>
                    <a:pt x="0" y="0"/>
                  </a:moveTo>
                  <a:lnTo>
                    <a:pt x="19431" y="0"/>
                  </a:lnTo>
                  <a:lnTo>
                    <a:pt x="19431" y="896366"/>
                  </a:lnTo>
                  <a:lnTo>
                    <a:pt x="0" y="896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914615" y="4586221"/>
            <a:ext cx="2729703" cy="14583"/>
            <a:chOff x="0" y="0"/>
            <a:chExt cx="3639604" cy="194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39566" cy="19431"/>
            </a:xfrm>
            <a:custGeom>
              <a:avLst/>
              <a:gdLst/>
              <a:ahLst/>
              <a:cxnLst/>
              <a:rect r="r" b="b" t="t" l="l"/>
              <a:pathLst>
                <a:path h="19431" w="3639566">
                  <a:moveTo>
                    <a:pt x="0" y="0"/>
                  </a:moveTo>
                  <a:lnTo>
                    <a:pt x="3639566" y="0"/>
                  </a:lnTo>
                  <a:lnTo>
                    <a:pt x="363956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629202" y="4600261"/>
            <a:ext cx="15116" cy="672303"/>
            <a:chOff x="0" y="0"/>
            <a:chExt cx="20155" cy="8964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193" cy="896366"/>
            </a:xfrm>
            <a:custGeom>
              <a:avLst/>
              <a:gdLst/>
              <a:ahLst/>
              <a:cxnLst/>
              <a:rect r="r" b="b" t="t" l="l"/>
              <a:pathLst>
                <a:path h="896366" w="20193">
                  <a:moveTo>
                    <a:pt x="0" y="0"/>
                  </a:moveTo>
                  <a:lnTo>
                    <a:pt x="20193" y="0"/>
                  </a:lnTo>
                  <a:lnTo>
                    <a:pt x="20193" y="896366"/>
                  </a:lnTo>
                  <a:lnTo>
                    <a:pt x="0" y="896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643776" y="4586221"/>
            <a:ext cx="2729160" cy="14583"/>
            <a:chOff x="0" y="0"/>
            <a:chExt cx="3638880" cy="194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38931" cy="19431"/>
            </a:xfrm>
            <a:custGeom>
              <a:avLst/>
              <a:gdLst/>
              <a:ahLst/>
              <a:cxnLst/>
              <a:rect r="r" b="b" t="t" l="l"/>
              <a:pathLst>
                <a:path h="19431" w="3638931">
                  <a:moveTo>
                    <a:pt x="0" y="0"/>
                  </a:moveTo>
                  <a:lnTo>
                    <a:pt x="3638931" y="0"/>
                  </a:lnTo>
                  <a:lnTo>
                    <a:pt x="3638931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358362" y="4600261"/>
            <a:ext cx="14583" cy="672303"/>
            <a:chOff x="0" y="0"/>
            <a:chExt cx="19444" cy="89640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431" cy="896366"/>
            </a:xfrm>
            <a:custGeom>
              <a:avLst/>
              <a:gdLst/>
              <a:ahLst/>
              <a:cxnLst/>
              <a:rect r="r" b="b" t="t" l="l"/>
              <a:pathLst>
                <a:path h="896366" w="19431">
                  <a:moveTo>
                    <a:pt x="0" y="0"/>
                  </a:moveTo>
                  <a:lnTo>
                    <a:pt x="19431" y="0"/>
                  </a:lnTo>
                  <a:lnTo>
                    <a:pt x="19431" y="896366"/>
                  </a:lnTo>
                  <a:lnTo>
                    <a:pt x="0" y="896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372402" y="4586221"/>
            <a:ext cx="2729703" cy="14583"/>
            <a:chOff x="0" y="0"/>
            <a:chExt cx="3639604" cy="194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39566" cy="19431"/>
            </a:xfrm>
            <a:custGeom>
              <a:avLst/>
              <a:gdLst/>
              <a:ahLst/>
              <a:cxnLst/>
              <a:rect r="r" b="b" t="t" l="l"/>
              <a:pathLst>
                <a:path h="19431" w="3639566">
                  <a:moveTo>
                    <a:pt x="0" y="0"/>
                  </a:moveTo>
                  <a:lnTo>
                    <a:pt x="3639566" y="0"/>
                  </a:lnTo>
                  <a:lnTo>
                    <a:pt x="363956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4086980" y="4600261"/>
            <a:ext cx="15116" cy="672303"/>
            <a:chOff x="0" y="0"/>
            <a:chExt cx="20155" cy="89640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193" cy="896366"/>
            </a:xfrm>
            <a:custGeom>
              <a:avLst/>
              <a:gdLst/>
              <a:ahLst/>
              <a:cxnLst/>
              <a:rect r="r" b="b" t="t" l="l"/>
              <a:pathLst>
                <a:path h="896366" w="20193">
                  <a:moveTo>
                    <a:pt x="0" y="0"/>
                  </a:moveTo>
                  <a:lnTo>
                    <a:pt x="20193" y="0"/>
                  </a:lnTo>
                  <a:lnTo>
                    <a:pt x="20193" y="896366"/>
                  </a:lnTo>
                  <a:lnTo>
                    <a:pt x="0" y="896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85596" y="5257438"/>
            <a:ext cx="5029562" cy="15659"/>
            <a:chOff x="0" y="0"/>
            <a:chExt cx="6706083" cy="2087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706108" cy="20828"/>
            </a:xfrm>
            <a:custGeom>
              <a:avLst/>
              <a:gdLst/>
              <a:ahLst/>
              <a:cxnLst/>
              <a:rect r="r" b="b" t="t" l="l"/>
              <a:pathLst>
                <a:path h="20828" w="6706108">
                  <a:moveTo>
                    <a:pt x="0" y="0"/>
                  </a:moveTo>
                  <a:lnTo>
                    <a:pt x="6706108" y="0"/>
                  </a:lnTo>
                  <a:lnTo>
                    <a:pt x="6706108" y="20828"/>
                  </a:lnTo>
                  <a:lnTo>
                    <a:pt x="0" y="208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914615" y="5257438"/>
            <a:ext cx="2729703" cy="15659"/>
            <a:chOff x="0" y="0"/>
            <a:chExt cx="3639604" cy="2087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39566" cy="20828"/>
            </a:xfrm>
            <a:custGeom>
              <a:avLst/>
              <a:gdLst/>
              <a:ahLst/>
              <a:cxnLst/>
              <a:rect r="r" b="b" t="t" l="l"/>
              <a:pathLst>
                <a:path h="20828" w="3639566">
                  <a:moveTo>
                    <a:pt x="0" y="0"/>
                  </a:moveTo>
                  <a:lnTo>
                    <a:pt x="3639566" y="0"/>
                  </a:lnTo>
                  <a:lnTo>
                    <a:pt x="3639566" y="20828"/>
                  </a:lnTo>
                  <a:lnTo>
                    <a:pt x="0" y="208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643776" y="5257438"/>
            <a:ext cx="2729160" cy="15659"/>
            <a:chOff x="0" y="0"/>
            <a:chExt cx="3638880" cy="2087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38931" cy="20828"/>
            </a:xfrm>
            <a:custGeom>
              <a:avLst/>
              <a:gdLst/>
              <a:ahLst/>
              <a:cxnLst/>
              <a:rect r="r" b="b" t="t" l="l"/>
              <a:pathLst>
                <a:path h="20828" w="3638931">
                  <a:moveTo>
                    <a:pt x="0" y="0"/>
                  </a:moveTo>
                  <a:lnTo>
                    <a:pt x="3638931" y="0"/>
                  </a:lnTo>
                  <a:lnTo>
                    <a:pt x="3638931" y="20828"/>
                  </a:lnTo>
                  <a:lnTo>
                    <a:pt x="0" y="208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372402" y="5257438"/>
            <a:ext cx="2729703" cy="15659"/>
            <a:chOff x="0" y="0"/>
            <a:chExt cx="3639604" cy="2087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39566" cy="20828"/>
            </a:xfrm>
            <a:custGeom>
              <a:avLst/>
              <a:gdLst/>
              <a:ahLst/>
              <a:cxnLst/>
              <a:rect r="r" b="b" t="t" l="l"/>
              <a:pathLst>
                <a:path h="20828" w="3639566">
                  <a:moveTo>
                    <a:pt x="0" y="0"/>
                  </a:moveTo>
                  <a:lnTo>
                    <a:pt x="3639566" y="0"/>
                  </a:lnTo>
                  <a:lnTo>
                    <a:pt x="3639566" y="20828"/>
                  </a:lnTo>
                  <a:lnTo>
                    <a:pt x="0" y="208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885596" y="2578694"/>
            <a:ext cx="9174604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표현 하나로 전 영역을 덮을 수 없습니다. 도메인마다 이기는 표현이 다릅니다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130623" y="3445935"/>
            <a:ext cx="727920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수묵화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858164" y="3445935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회화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585162" y="3445935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벡터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14558" y="4066937"/>
            <a:ext cx="2374916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CLIP (색 · 구도)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130623" y="4066937"/>
            <a:ext cx="824036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0.226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8858164" y="4066937"/>
            <a:ext cx="1243079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475" spc="-1">
                <a:solidFill>
                  <a:srgbClr val="1E7E34"/>
                </a:solidFill>
                <a:latin typeface="Arimo Bold"/>
                <a:ea typeface="Arimo Bold"/>
                <a:cs typeface="Arimo Bold"/>
                <a:sym typeface="Arimo Bold"/>
              </a:rPr>
              <a:t>0.532 승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585162" y="4066937"/>
            <a:ext cx="824036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0.651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14558" y="4738154"/>
            <a:ext cx="2827982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Gram (붓결 · 질감)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130623" y="4738154"/>
            <a:ext cx="1243079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475" spc="-1">
                <a:solidFill>
                  <a:srgbClr val="1E7E34"/>
                </a:solidFill>
                <a:latin typeface="Arimo Bold"/>
                <a:ea typeface="Arimo Bold"/>
                <a:cs typeface="Arimo Bold"/>
                <a:sym typeface="Arimo Bold"/>
              </a:rPr>
              <a:t>0.360 승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8858164" y="4738154"/>
            <a:ext cx="824036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0.371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1585162" y="4738154"/>
            <a:ext cx="1243079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475" spc="-1">
                <a:solidFill>
                  <a:srgbClr val="1E7E34"/>
                </a:solidFill>
                <a:latin typeface="Arimo Bold"/>
                <a:ea typeface="Arimo Bold"/>
                <a:cs typeface="Arimo Bold"/>
                <a:sym typeface="Arimo Bold"/>
              </a:rPr>
              <a:t>0.848 승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885596" y="5619826"/>
            <a:ext cx="9258300" cy="504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섞는 비율을 움직여도 </a:t>
            </a:r>
            <a:r>
              <a:rPr lang="en-US" b="true" sz="3254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회화와 수묵화가 서로를 깎습니다.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85596" y="6248505"/>
            <a:ext cx="12407661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6"/>
              </a:lnSpc>
            </a:pPr>
            <a:r>
              <a:rPr lang="en-US" sz="2955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한</a:t>
            </a:r>
            <a:r>
              <a:rPr lang="en-US" sz="2955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검색기로 통일하면 어느 한쪽이 반드시 손해를 봅니다 </a:t>
            </a:r>
          </a:p>
          <a:p>
            <a:pPr algn="l">
              <a:lnSpc>
                <a:spcPts val="3186"/>
              </a:lnSpc>
            </a:pPr>
            <a:r>
              <a:rPr lang="en-US" sz="2655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 - </a:t>
            </a:r>
            <a:r>
              <a:rPr lang="en-US" sz="2655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회화에 Gram만 쓰면 0.371, CLIP으로 바꾸면 0.532.</a:t>
            </a:r>
          </a:p>
          <a:p>
            <a:pPr algn="l">
              <a:lnSpc>
                <a:spcPts val="3186"/>
              </a:lnSpc>
            </a:pPr>
            <a:r>
              <a:rPr lang="en-US" sz="265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 - </a:t>
            </a:r>
            <a:r>
              <a:rPr lang="en-US" sz="265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고른 그림체에 맞는 </a:t>
            </a:r>
            <a:r>
              <a:rPr lang="en-US" sz="265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검색기를 </a:t>
            </a:r>
            <a:r>
              <a:rPr lang="en-US" sz="265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붙여 레퍼런스 품질에서 손해 보지 않게</a:t>
            </a:r>
            <a:r>
              <a:rPr lang="en-US" sz="265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5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합</a:t>
            </a:r>
            <a:r>
              <a:rPr lang="en-US" sz="265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니다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885596" y="8791575"/>
            <a:ext cx="1286833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가는 길에 </a:t>
            </a:r>
            <a:r>
              <a:rPr lang="en-US" sz="2025" b="true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기각한 것도 남겼습니다 </a:t>
            </a:r>
            <a:r>
              <a:rPr lang="en-US" sz="2025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— 흑백으로 바꾸면 그림체가 선명해질 줄 알았는데 0.3986에서 0.3711로 떨어졌고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 (수묵화에서 먹의 농담은 내용이 아니라 그림체 그 자체였습니다), </a:t>
            </a:r>
          </a:p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내용을 부수는 4x4 패치셔플은 0.4271로 올라 채택했습니다.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7317260" y="9862214"/>
            <a:ext cx="597779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10 / 17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892888" y="8048730"/>
            <a:ext cx="12868333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지금은 정답 도메인을 알려주고 잰 상한값입니다 (+0.033).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질의만 보고 스스로 알아맞히는 판별기는 다음 단계</a:t>
            </a:r>
            <a:r>
              <a:rPr lang="en-US" sz="2025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입니다.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596" y="633813"/>
            <a:ext cx="1134189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이 모든 게 성립하려면, 자를 믿을 수 있어야 합니다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85596" y="3072060"/>
            <a:ext cx="8087039" cy="3314519"/>
          </a:xfrm>
          <a:custGeom>
            <a:avLst/>
            <a:gdLst/>
            <a:ahLst/>
            <a:cxnLst/>
            <a:rect r="r" b="b" t="t" l="l"/>
            <a:pathLst>
              <a:path h="3314519" w="8087039">
                <a:moveTo>
                  <a:pt x="0" y="0"/>
                </a:moveTo>
                <a:lnTo>
                  <a:pt x="8087040" y="0"/>
                </a:lnTo>
                <a:lnTo>
                  <a:pt x="8087040" y="3314519"/>
                </a:lnTo>
                <a:lnTo>
                  <a:pt x="0" y="3314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99883" y="3885838"/>
            <a:ext cx="14583" cy="629098"/>
            <a:chOff x="0" y="0"/>
            <a:chExt cx="19444" cy="838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9883" y="3885838"/>
            <a:ext cx="2029320" cy="15116"/>
            <a:chOff x="0" y="0"/>
            <a:chExt cx="2705760" cy="201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5735" cy="20193"/>
            </a:xfrm>
            <a:custGeom>
              <a:avLst/>
              <a:gdLst/>
              <a:ahLst/>
              <a:cxnLst/>
              <a:rect r="r" b="b" t="t" l="l"/>
              <a:pathLst>
                <a:path h="20193" w="2705735">
                  <a:moveTo>
                    <a:pt x="0" y="0"/>
                  </a:moveTo>
                  <a:lnTo>
                    <a:pt x="2705735" y="0"/>
                  </a:lnTo>
                  <a:lnTo>
                    <a:pt x="270573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214621" y="3885838"/>
            <a:ext cx="14583" cy="629098"/>
            <a:chOff x="0" y="0"/>
            <a:chExt cx="19444" cy="8387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228661" y="3885838"/>
            <a:ext cx="1629185" cy="15116"/>
            <a:chOff x="0" y="0"/>
            <a:chExt cx="2172246" cy="201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2208" cy="20193"/>
            </a:xfrm>
            <a:custGeom>
              <a:avLst/>
              <a:gdLst/>
              <a:ahLst/>
              <a:cxnLst/>
              <a:rect r="r" b="b" t="t" l="l"/>
              <a:pathLst>
                <a:path h="20193" w="2172208">
                  <a:moveTo>
                    <a:pt x="0" y="0"/>
                  </a:moveTo>
                  <a:lnTo>
                    <a:pt x="2172208" y="0"/>
                  </a:lnTo>
                  <a:lnTo>
                    <a:pt x="217220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843262" y="3885838"/>
            <a:ext cx="14583" cy="629098"/>
            <a:chOff x="0" y="0"/>
            <a:chExt cx="19444" cy="8387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99883" y="4514402"/>
            <a:ext cx="14583" cy="615058"/>
            <a:chOff x="0" y="0"/>
            <a:chExt cx="19444" cy="8200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431" cy="820039"/>
            </a:xfrm>
            <a:custGeom>
              <a:avLst/>
              <a:gdLst/>
              <a:ahLst/>
              <a:cxnLst/>
              <a:rect r="r" b="b" t="t" l="l"/>
              <a:pathLst>
                <a:path h="820039" w="19431">
                  <a:moveTo>
                    <a:pt x="0" y="0"/>
                  </a:moveTo>
                  <a:lnTo>
                    <a:pt x="19431" y="0"/>
                  </a:lnTo>
                  <a:lnTo>
                    <a:pt x="19431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99883" y="4500362"/>
            <a:ext cx="2029320" cy="14583"/>
            <a:chOff x="0" y="0"/>
            <a:chExt cx="2705760" cy="194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05735" cy="19431"/>
            </a:xfrm>
            <a:custGeom>
              <a:avLst/>
              <a:gdLst/>
              <a:ahLst/>
              <a:cxnLst/>
              <a:rect r="r" b="b" t="t" l="l"/>
              <a:pathLst>
                <a:path h="19431" w="2705735">
                  <a:moveTo>
                    <a:pt x="0" y="0"/>
                  </a:moveTo>
                  <a:lnTo>
                    <a:pt x="2705735" y="0"/>
                  </a:lnTo>
                  <a:lnTo>
                    <a:pt x="2705735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214621" y="4514402"/>
            <a:ext cx="14583" cy="615058"/>
            <a:chOff x="0" y="0"/>
            <a:chExt cx="19444" cy="8200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431" cy="820039"/>
            </a:xfrm>
            <a:custGeom>
              <a:avLst/>
              <a:gdLst/>
              <a:ahLst/>
              <a:cxnLst/>
              <a:rect r="r" b="b" t="t" l="l"/>
              <a:pathLst>
                <a:path h="820039" w="19431">
                  <a:moveTo>
                    <a:pt x="0" y="0"/>
                  </a:moveTo>
                  <a:lnTo>
                    <a:pt x="19431" y="0"/>
                  </a:lnTo>
                  <a:lnTo>
                    <a:pt x="19431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228661" y="4500362"/>
            <a:ext cx="1629185" cy="14583"/>
            <a:chOff x="0" y="0"/>
            <a:chExt cx="2172246" cy="194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2208" cy="19431"/>
            </a:xfrm>
            <a:custGeom>
              <a:avLst/>
              <a:gdLst/>
              <a:ahLst/>
              <a:cxnLst/>
              <a:rect r="r" b="b" t="t" l="l"/>
              <a:pathLst>
                <a:path h="19431" w="2172208">
                  <a:moveTo>
                    <a:pt x="0" y="0"/>
                  </a:moveTo>
                  <a:lnTo>
                    <a:pt x="2172208" y="0"/>
                  </a:lnTo>
                  <a:lnTo>
                    <a:pt x="217220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843262" y="4514402"/>
            <a:ext cx="14583" cy="615058"/>
            <a:chOff x="0" y="0"/>
            <a:chExt cx="19444" cy="82007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431" cy="820039"/>
            </a:xfrm>
            <a:custGeom>
              <a:avLst/>
              <a:gdLst/>
              <a:ahLst/>
              <a:cxnLst/>
              <a:rect r="r" b="b" t="t" l="l"/>
              <a:pathLst>
                <a:path h="820039" w="19431">
                  <a:moveTo>
                    <a:pt x="0" y="0"/>
                  </a:moveTo>
                  <a:lnTo>
                    <a:pt x="19431" y="0"/>
                  </a:lnTo>
                  <a:lnTo>
                    <a:pt x="19431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99883" y="5114877"/>
            <a:ext cx="2029320" cy="14583"/>
            <a:chOff x="0" y="0"/>
            <a:chExt cx="2705760" cy="194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05735" cy="19431"/>
            </a:xfrm>
            <a:custGeom>
              <a:avLst/>
              <a:gdLst/>
              <a:ahLst/>
              <a:cxnLst/>
              <a:rect r="r" b="b" t="t" l="l"/>
              <a:pathLst>
                <a:path h="19431" w="2705735">
                  <a:moveTo>
                    <a:pt x="0" y="0"/>
                  </a:moveTo>
                  <a:lnTo>
                    <a:pt x="2705735" y="0"/>
                  </a:lnTo>
                  <a:lnTo>
                    <a:pt x="2705735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228661" y="5114877"/>
            <a:ext cx="1629185" cy="14583"/>
            <a:chOff x="0" y="0"/>
            <a:chExt cx="2172246" cy="194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72208" cy="19431"/>
            </a:xfrm>
            <a:custGeom>
              <a:avLst/>
              <a:gdLst/>
              <a:ahLst/>
              <a:cxnLst/>
              <a:rect r="r" b="b" t="t" l="l"/>
              <a:pathLst>
                <a:path h="19431" w="2172208">
                  <a:moveTo>
                    <a:pt x="0" y="0"/>
                  </a:moveTo>
                  <a:lnTo>
                    <a:pt x="2172208" y="0"/>
                  </a:lnTo>
                  <a:lnTo>
                    <a:pt x="217220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199883" y="3357181"/>
            <a:ext cx="3043980" cy="358016"/>
          </a:xfrm>
          <a:custGeom>
            <a:avLst/>
            <a:gdLst/>
            <a:ahLst/>
            <a:cxnLst/>
            <a:rect r="r" b="b" t="t" l="l"/>
            <a:pathLst>
              <a:path h="358016" w="3043980">
                <a:moveTo>
                  <a:pt x="0" y="0"/>
                </a:moveTo>
                <a:lnTo>
                  <a:pt x="3043981" y="0"/>
                </a:lnTo>
                <a:lnTo>
                  <a:pt x="3043981" y="358017"/>
                </a:lnTo>
                <a:lnTo>
                  <a:pt x="0" y="358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85596" y="2350275"/>
            <a:ext cx="3407397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저희가 제일 공들인 곳입니다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5640" y="3399149"/>
            <a:ext cx="2684878" cy="26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독립 구현이 같은 값을 냈습니다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28836" y="4031837"/>
            <a:ext cx="1578416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팀원 자체 코드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46278" y="4031837"/>
            <a:ext cx="1189615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0.403298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28836" y="4645819"/>
            <a:ext cx="1274397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팀장 채점기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762718" y="4645819"/>
            <a:ext cx="874262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0.4033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9883" y="5315417"/>
            <a:ext cx="632772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서로 다른 코드가 소수 넷째 자리까지 일치 </a:t>
            </a:r>
            <a:r>
              <a:rPr lang="en-US" b="true" sz="2025" spc="-1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(Macro mAP@5)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9883" y="5729592"/>
            <a:ext cx="315089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검색 성능은 무작위의 </a:t>
            </a:r>
            <a:r>
              <a:rPr lang="en-US" b="true" sz="2025" spc="-1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9.52배 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9315536" y="3072060"/>
            <a:ext cx="8086496" cy="3314519"/>
          </a:xfrm>
          <a:custGeom>
            <a:avLst/>
            <a:gdLst/>
            <a:ahLst/>
            <a:cxnLst/>
            <a:rect r="r" b="b" t="t" l="l"/>
            <a:pathLst>
              <a:path h="3314519" w="8086496">
                <a:moveTo>
                  <a:pt x="0" y="0"/>
                </a:moveTo>
                <a:lnTo>
                  <a:pt x="8086496" y="0"/>
                </a:lnTo>
                <a:lnTo>
                  <a:pt x="8086496" y="3314519"/>
                </a:lnTo>
                <a:lnTo>
                  <a:pt x="0" y="33145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629280" y="3357181"/>
            <a:ext cx="3815639" cy="358016"/>
          </a:xfrm>
          <a:custGeom>
            <a:avLst/>
            <a:gdLst/>
            <a:ahLst/>
            <a:cxnLst/>
            <a:rect r="r" b="b" t="t" l="l"/>
            <a:pathLst>
              <a:path h="358016" w="3815639">
                <a:moveTo>
                  <a:pt x="0" y="0"/>
                </a:moveTo>
                <a:lnTo>
                  <a:pt x="3815638" y="0"/>
                </a:lnTo>
                <a:lnTo>
                  <a:pt x="3815638" y="358017"/>
                </a:lnTo>
                <a:lnTo>
                  <a:pt x="0" y="358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4251417" y="5744366"/>
            <a:ext cx="3201124" cy="28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(P@5 0.4914 / 무작위 0.0516)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15579" y="3399149"/>
            <a:ext cx="3450603" cy="26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평가기를 속이는 입력을 먼저 찾았습니다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29280" y="3824464"/>
            <a:ext cx="887601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193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아무것도 안 그린 회색 네모가 만점을 받는 걸 발견했습니다.</a:t>
            </a:r>
          </a:p>
          <a:p>
            <a:pPr algn="l">
              <a:lnSpc>
                <a:spcPts val="2632"/>
              </a:lnSpc>
            </a:pPr>
            <a:r>
              <a:rPr lang="en-US" sz="2193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진짜 그림들 평균보다 높았어요.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29823" y="4670850"/>
            <a:ext cx="750781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b="true" sz="2593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점검</a:t>
            </a:r>
            <a:r>
              <a:rPr lang="en-US" b="true" sz="2593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하다</a:t>
            </a:r>
            <a:r>
              <a:rPr lang="en-US" b="true" sz="2593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 저희가 먼저</a:t>
            </a:r>
            <a:r>
              <a:rPr lang="en-US" sz="2593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찾았고, </a:t>
            </a:r>
            <a:r>
              <a:rPr lang="en-US" b="true" sz="2593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바로 막아뒀습니다</a:t>
            </a:r>
            <a:r>
              <a:rPr lang="en-US" sz="2593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85596" y="6629771"/>
            <a:ext cx="16718937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측정을 세 번 틀렸고 세 번 다 잡았습니다(작가 누수 · 내용 누수 · 수집 오염). </a:t>
            </a:r>
            <a:r>
              <a:rPr lang="en-US" b="true" sz="2025" spc="-1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셋 다 에러가 안 나고 숫자도 그럴듯했습니다. </a:t>
            </a: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그래서 작가 상한 · 원본 그룹 제외 ·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85596" y="7043957"/>
            <a:ext cx="7302417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384px 정규화 · </a:t>
            </a:r>
            <a:r>
              <a:rPr lang="en-US" b="true" sz="2025" spc="-1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전처리 뒤 표본 육안검사</a:t>
            </a: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를 팀 규칙으로 못 박았습니다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85596" y="7645708"/>
            <a:ext cx="7000561" cy="39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b="true" sz="2593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기존 모델을 조합하는 것만으로는 충분하지 않습니다.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85596" y="8131169"/>
            <a:ext cx="1043519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593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그림체별 잣대 선택 + 질의별 검색기 라우팅 + 구멍 점검이 핵심이었습니다.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7317260" y="9862214"/>
            <a:ext cx="597779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11 / 17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596" y="633813"/>
            <a:ext cx="5997778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4컷만의 이야기가 아닙니다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85596" y="3157376"/>
            <a:ext cx="4872419" cy="3243777"/>
          </a:xfrm>
          <a:custGeom>
            <a:avLst/>
            <a:gdLst/>
            <a:ahLst/>
            <a:cxnLst/>
            <a:rect r="r" b="b" t="t" l="l"/>
            <a:pathLst>
              <a:path h="3243777" w="4872419">
                <a:moveTo>
                  <a:pt x="0" y="0"/>
                </a:moveTo>
                <a:lnTo>
                  <a:pt x="4872419" y="0"/>
                </a:lnTo>
                <a:lnTo>
                  <a:pt x="4872419" y="3243776"/>
                </a:lnTo>
                <a:lnTo>
                  <a:pt x="0" y="32437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5596" y="2378897"/>
            <a:ext cx="9307439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채점기는 생성기와 분리돼 있습니다. 앞단을 무엇으로 갈아도 그대로 붙습니다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1804" y="3457813"/>
            <a:ext cx="1595161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앞단 (누구든)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1804" y="4007539"/>
            <a:ext cx="1571396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Midjourney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1804" y="4521613"/>
            <a:ext cx="2170262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Stable Diffusion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1804" y="5021656"/>
            <a:ext cx="935822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웹툰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1804" y="5536273"/>
            <a:ext cx="2940301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게임 · 광고 이미지 생성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00323" y="3157376"/>
            <a:ext cx="4887001" cy="3243777"/>
          </a:xfrm>
          <a:custGeom>
            <a:avLst/>
            <a:gdLst/>
            <a:ahLst/>
            <a:cxnLst/>
            <a:rect r="r" b="b" t="t" l="l"/>
            <a:pathLst>
              <a:path h="3243777" w="4887001">
                <a:moveTo>
                  <a:pt x="0" y="0"/>
                </a:moveTo>
                <a:lnTo>
                  <a:pt x="4887001" y="0"/>
                </a:lnTo>
                <a:lnTo>
                  <a:pt x="4887001" y="3243776"/>
                </a:lnTo>
                <a:lnTo>
                  <a:pt x="0" y="3243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016676" y="4482932"/>
            <a:ext cx="485461" cy="57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spc="-1">
                <a:solidFill>
                  <a:srgbClr val="90A4AE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92998" y="3457813"/>
            <a:ext cx="97037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8FB8DD"/>
                </a:solidFill>
                <a:latin typeface="Arimo"/>
                <a:ea typeface="Arimo"/>
                <a:cs typeface="Arimo"/>
                <a:sym typeface="Arimo"/>
              </a:rPr>
              <a:t>우리 자리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92998" y="3989908"/>
            <a:ext cx="2863082" cy="41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Retriever 검수 API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92998" y="4617739"/>
            <a:ext cx="2547718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CFE0F0"/>
                </a:solidFill>
                <a:latin typeface="Arimo"/>
                <a:ea typeface="Arimo"/>
                <a:cs typeface="Arimo"/>
                <a:sym typeface="Arimo"/>
              </a:rPr>
              <a:t>요청한 그림체로 나왔나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92998" y="5160435"/>
            <a:ext cx="3314519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CFE0F0"/>
                </a:solidFill>
                <a:latin typeface="Arimo"/>
                <a:ea typeface="Arimo"/>
                <a:cs typeface="Arimo"/>
                <a:sym typeface="Arimo"/>
              </a:rPr>
              <a:t>4컷이 같은 그림체를 유지했나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92998" y="5703132"/>
            <a:ext cx="1516856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CFE0F0"/>
                </a:solidFill>
                <a:latin typeface="Arimo"/>
                <a:ea typeface="Arimo"/>
                <a:cs typeface="Arimo"/>
                <a:sym typeface="Arimo"/>
              </a:rPr>
              <a:t>기준을 넘겼나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529623" y="3157376"/>
            <a:ext cx="4872961" cy="3243777"/>
          </a:xfrm>
          <a:custGeom>
            <a:avLst/>
            <a:gdLst/>
            <a:ahLst/>
            <a:cxnLst/>
            <a:rect r="r" b="b" t="t" l="l"/>
            <a:pathLst>
              <a:path h="3243777" w="4872961">
                <a:moveTo>
                  <a:pt x="0" y="0"/>
                </a:moveTo>
                <a:lnTo>
                  <a:pt x="4872962" y="0"/>
                </a:lnTo>
                <a:lnTo>
                  <a:pt x="4872962" y="3243776"/>
                </a:lnTo>
                <a:lnTo>
                  <a:pt x="0" y="3243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837880" y="4482932"/>
            <a:ext cx="485461" cy="57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spc="-1">
                <a:solidFill>
                  <a:srgbClr val="90A4AE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14202" y="3457813"/>
            <a:ext cx="74195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받는 것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14202" y="4007539"/>
            <a:ext cx="1135085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컷별 점수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14202" y="4521613"/>
            <a:ext cx="21039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기준 미달컷 식별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99636" y="6714896"/>
            <a:ext cx="1286818" cy="615058"/>
            <a:chOff x="0" y="0"/>
            <a:chExt cx="1715757" cy="82007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5770" cy="820039"/>
            </a:xfrm>
            <a:custGeom>
              <a:avLst/>
              <a:gdLst/>
              <a:ahLst/>
              <a:cxnLst/>
              <a:rect r="r" b="b" t="t" l="l"/>
              <a:pathLst>
                <a:path h="820039" w="1715770">
                  <a:moveTo>
                    <a:pt x="0" y="0"/>
                  </a:moveTo>
                  <a:lnTo>
                    <a:pt x="1715770" y="0"/>
                  </a:lnTo>
                  <a:lnTo>
                    <a:pt x="1715770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99636" y="7329421"/>
            <a:ext cx="1286818" cy="614524"/>
            <a:chOff x="0" y="0"/>
            <a:chExt cx="1715757" cy="8193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15770" cy="819404"/>
            </a:xfrm>
            <a:custGeom>
              <a:avLst/>
              <a:gdLst/>
              <a:ahLst/>
              <a:cxnLst/>
              <a:rect r="r" b="b" t="t" l="l"/>
              <a:pathLst>
                <a:path h="819404" w="1715770">
                  <a:moveTo>
                    <a:pt x="0" y="0"/>
                  </a:moveTo>
                  <a:lnTo>
                    <a:pt x="1715770" y="0"/>
                  </a:lnTo>
                  <a:lnTo>
                    <a:pt x="1715770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99636" y="7943402"/>
            <a:ext cx="1286818" cy="615058"/>
            <a:chOff x="0" y="0"/>
            <a:chExt cx="1715757" cy="82007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15770" cy="820039"/>
            </a:xfrm>
            <a:custGeom>
              <a:avLst/>
              <a:gdLst/>
              <a:ahLst/>
              <a:cxnLst/>
              <a:rect r="r" b="b" t="t" l="l"/>
              <a:pathLst>
                <a:path h="820039" w="1715770">
                  <a:moveTo>
                    <a:pt x="0" y="0"/>
                  </a:moveTo>
                  <a:lnTo>
                    <a:pt x="1715770" y="0"/>
                  </a:lnTo>
                  <a:lnTo>
                    <a:pt x="1715770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85596" y="6714896"/>
            <a:ext cx="14583" cy="629098"/>
            <a:chOff x="0" y="0"/>
            <a:chExt cx="19444" cy="8387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85596" y="6714896"/>
            <a:ext cx="1300858" cy="14583"/>
            <a:chOff x="0" y="0"/>
            <a:chExt cx="1734477" cy="194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34439" cy="19431"/>
            </a:xfrm>
            <a:custGeom>
              <a:avLst/>
              <a:gdLst/>
              <a:ahLst/>
              <a:cxnLst/>
              <a:rect r="r" b="b" t="t" l="l"/>
              <a:pathLst>
                <a:path h="19431" w="1734439">
                  <a:moveTo>
                    <a:pt x="0" y="0"/>
                  </a:moveTo>
                  <a:lnTo>
                    <a:pt x="1734439" y="0"/>
                  </a:lnTo>
                  <a:lnTo>
                    <a:pt x="17344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171338" y="6714896"/>
            <a:ext cx="15116" cy="629098"/>
            <a:chOff x="0" y="0"/>
            <a:chExt cx="20155" cy="83879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185921" y="6714896"/>
            <a:ext cx="15216664" cy="14583"/>
            <a:chOff x="0" y="0"/>
            <a:chExt cx="20288885" cy="194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288886" cy="19431"/>
            </a:xfrm>
            <a:custGeom>
              <a:avLst/>
              <a:gdLst/>
              <a:ahLst/>
              <a:cxnLst/>
              <a:rect r="r" b="b" t="t" l="l"/>
              <a:pathLst>
                <a:path h="19431" w="20288886">
                  <a:moveTo>
                    <a:pt x="0" y="0"/>
                  </a:moveTo>
                  <a:lnTo>
                    <a:pt x="20288886" y="0"/>
                  </a:lnTo>
                  <a:lnTo>
                    <a:pt x="2028888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387459" y="6714896"/>
            <a:ext cx="15116" cy="629098"/>
            <a:chOff x="0" y="0"/>
            <a:chExt cx="20155" cy="83879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85596" y="7343461"/>
            <a:ext cx="14583" cy="615058"/>
            <a:chOff x="0" y="0"/>
            <a:chExt cx="19444" cy="82007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431" cy="820039"/>
            </a:xfrm>
            <a:custGeom>
              <a:avLst/>
              <a:gdLst/>
              <a:ahLst/>
              <a:cxnLst/>
              <a:rect r="r" b="b" t="t" l="l"/>
              <a:pathLst>
                <a:path h="820039" w="19431">
                  <a:moveTo>
                    <a:pt x="0" y="0"/>
                  </a:moveTo>
                  <a:lnTo>
                    <a:pt x="19431" y="0"/>
                  </a:lnTo>
                  <a:lnTo>
                    <a:pt x="19431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85596" y="7329421"/>
            <a:ext cx="1300858" cy="14583"/>
            <a:chOff x="0" y="0"/>
            <a:chExt cx="1734477" cy="194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34439" cy="19431"/>
            </a:xfrm>
            <a:custGeom>
              <a:avLst/>
              <a:gdLst/>
              <a:ahLst/>
              <a:cxnLst/>
              <a:rect r="r" b="b" t="t" l="l"/>
              <a:pathLst>
                <a:path h="19431" w="1734439">
                  <a:moveTo>
                    <a:pt x="0" y="0"/>
                  </a:moveTo>
                  <a:lnTo>
                    <a:pt x="1734439" y="0"/>
                  </a:lnTo>
                  <a:lnTo>
                    <a:pt x="17344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171338" y="7343461"/>
            <a:ext cx="15116" cy="615058"/>
            <a:chOff x="0" y="0"/>
            <a:chExt cx="20155" cy="82007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193" cy="820039"/>
            </a:xfrm>
            <a:custGeom>
              <a:avLst/>
              <a:gdLst/>
              <a:ahLst/>
              <a:cxnLst/>
              <a:rect r="r" b="b" t="t" l="l"/>
              <a:pathLst>
                <a:path h="820039" w="20193">
                  <a:moveTo>
                    <a:pt x="0" y="0"/>
                  </a:moveTo>
                  <a:lnTo>
                    <a:pt x="20193" y="0"/>
                  </a:lnTo>
                  <a:lnTo>
                    <a:pt x="201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185921" y="7329421"/>
            <a:ext cx="15216664" cy="14583"/>
            <a:chOff x="0" y="0"/>
            <a:chExt cx="20288885" cy="194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288886" cy="19431"/>
            </a:xfrm>
            <a:custGeom>
              <a:avLst/>
              <a:gdLst/>
              <a:ahLst/>
              <a:cxnLst/>
              <a:rect r="r" b="b" t="t" l="l"/>
              <a:pathLst>
                <a:path h="19431" w="20288886">
                  <a:moveTo>
                    <a:pt x="0" y="0"/>
                  </a:moveTo>
                  <a:lnTo>
                    <a:pt x="20288886" y="0"/>
                  </a:lnTo>
                  <a:lnTo>
                    <a:pt x="2028888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387459" y="7343461"/>
            <a:ext cx="15116" cy="615058"/>
            <a:chOff x="0" y="0"/>
            <a:chExt cx="20155" cy="82007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193" cy="820039"/>
            </a:xfrm>
            <a:custGeom>
              <a:avLst/>
              <a:gdLst/>
              <a:ahLst/>
              <a:cxnLst/>
              <a:rect r="r" b="b" t="t" l="l"/>
              <a:pathLst>
                <a:path h="820039" w="20193">
                  <a:moveTo>
                    <a:pt x="0" y="0"/>
                  </a:moveTo>
                  <a:lnTo>
                    <a:pt x="20193" y="0"/>
                  </a:lnTo>
                  <a:lnTo>
                    <a:pt x="201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85596" y="7957976"/>
            <a:ext cx="14583" cy="614524"/>
            <a:chOff x="0" y="0"/>
            <a:chExt cx="19444" cy="81936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431" cy="819404"/>
            </a:xfrm>
            <a:custGeom>
              <a:avLst/>
              <a:gdLst/>
              <a:ahLst/>
              <a:cxnLst/>
              <a:rect r="r" b="b" t="t" l="l"/>
              <a:pathLst>
                <a:path h="819404" w="19431">
                  <a:moveTo>
                    <a:pt x="0" y="0"/>
                  </a:moveTo>
                  <a:lnTo>
                    <a:pt x="19431" y="0"/>
                  </a:lnTo>
                  <a:lnTo>
                    <a:pt x="19431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85596" y="7943402"/>
            <a:ext cx="1300858" cy="15116"/>
            <a:chOff x="0" y="0"/>
            <a:chExt cx="1734477" cy="2015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34439" cy="20193"/>
            </a:xfrm>
            <a:custGeom>
              <a:avLst/>
              <a:gdLst/>
              <a:ahLst/>
              <a:cxnLst/>
              <a:rect r="r" b="b" t="t" l="l"/>
              <a:pathLst>
                <a:path h="20193" w="1734439">
                  <a:moveTo>
                    <a:pt x="0" y="0"/>
                  </a:moveTo>
                  <a:lnTo>
                    <a:pt x="1734439" y="0"/>
                  </a:lnTo>
                  <a:lnTo>
                    <a:pt x="1734439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2171338" y="7957976"/>
            <a:ext cx="15116" cy="614524"/>
            <a:chOff x="0" y="0"/>
            <a:chExt cx="20155" cy="81936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193" cy="819404"/>
            </a:xfrm>
            <a:custGeom>
              <a:avLst/>
              <a:gdLst/>
              <a:ahLst/>
              <a:cxnLst/>
              <a:rect r="r" b="b" t="t" l="l"/>
              <a:pathLst>
                <a:path h="819404" w="20193">
                  <a:moveTo>
                    <a:pt x="0" y="0"/>
                  </a:moveTo>
                  <a:lnTo>
                    <a:pt x="20193" y="0"/>
                  </a:lnTo>
                  <a:lnTo>
                    <a:pt x="20193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185921" y="7943402"/>
            <a:ext cx="15216664" cy="15116"/>
            <a:chOff x="0" y="0"/>
            <a:chExt cx="20288885" cy="2015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288886" cy="20193"/>
            </a:xfrm>
            <a:custGeom>
              <a:avLst/>
              <a:gdLst/>
              <a:ahLst/>
              <a:cxnLst/>
              <a:rect r="r" b="b" t="t" l="l"/>
              <a:pathLst>
                <a:path h="20193" w="20288886">
                  <a:moveTo>
                    <a:pt x="0" y="0"/>
                  </a:moveTo>
                  <a:lnTo>
                    <a:pt x="20288886" y="0"/>
                  </a:lnTo>
                  <a:lnTo>
                    <a:pt x="2028888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387459" y="7957976"/>
            <a:ext cx="15116" cy="614524"/>
            <a:chOff x="0" y="0"/>
            <a:chExt cx="20155" cy="81936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193" cy="819404"/>
            </a:xfrm>
            <a:custGeom>
              <a:avLst/>
              <a:gdLst/>
              <a:ahLst/>
              <a:cxnLst/>
              <a:rect r="r" b="b" t="t" l="l"/>
              <a:pathLst>
                <a:path h="819404" w="20193">
                  <a:moveTo>
                    <a:pt x="0" y="0"/>
                  </a:moveTo>
                  <a:lnTo>
                    <a:pt x="20193" y="0"/>
                  </a:lnTo>
                  <a:lnTo>
                    <a:pt x="20193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85596" y="8557917"/>
            <a:ext cx="1300858" cy="14583"/>
            <a:chOff x="0" y="0"/>
            <a:chExt cx="1734477" cy="194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734439" cy="19431"/>
            </a:xfrm>
            <a:custGeom>
              <a:avLst/>
              <a:gdLst/>
              <a:ahLst/>
              <a:cxnLst/>
              <a:rect r="r" b="b" t="t" l="l"/>
              <a:pathLst>
                <a:path h="19431" w="1734439">
                  <a:moveTo>
                    <a:pt x="0" y="0"/>
                  </a:moveTo>
                  <a:lnTo>
                    <a:pt x="1734439" y="0"/>
                  </a:lnTo>
                  <a:lnTo>
                    <a:pt x="17344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185921" y="8557917"/>
            <a:ext cx="15216664" cy="14583"/>
            <a:chOff x="0" y="0"/>
            <a:chExt cx="20288885" cy="1944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288886" cy="19431"/>
            </a:xfrm>
            <a:custGeom>
              <a:avLst/>
              <a:gdLst/>
              <a:ahLst/>
              <a:cxnLst/>
              <a:rect r="r" b="b" t="t" l="l"/>
              <a:pathLst>
                <a:path h="19431" w="20288886">
                  <a:moveTo>
                    <a:pt x="0" y="0"/>
                  </a:moveTo>
                  <a:lnTo>
                    <a:pt x="20288886" y="0"/>
                  </a:lnTo>
                  <a:lnTo>
                    <a:pt x="2028888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2814202" y="5021656"/>
            <a:ext cx="2003403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재생성할 컷 지목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14558" y="6860353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지금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400300" y="6860353"/>
            <a:ext cx="404460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웹툰 4컷 — 기술을 검증한 첫 적용처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14558" y="7474877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다음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400300" y="7474877"/>
            <a:ext cx="3500276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이미지 생성 API 뒤에 붙는 검수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14558" y="8089392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확장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400300" y="8089392"/>
            <a:ext cx="4509545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게임 · 광고 · 콘텐츠 제작의 스타일 QA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7317260" y="9862214"/>
            <a:ext cx="597779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12 / 17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5596" y="633813"/>
            <a:ext cx="13942800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검수를 자동화하면, 재생성과 사람 검수 비용을 줄일 수 있습니다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85596" y="2228583"/>
            <a:ext cx="7729557" cy="3900964"/>
          </a:xfrm>
          <a:custGeom>
            <a:avLst/>
            <a:gdLst/>
            <a:ahLst/>
            <a:cxnLst/>
            <a:rect r="r" b="b" t="t" l="l"/>
            <a:pathLst>
              <a:path h="3900964" w="7729557">
                <a:moveTo>
                  <a:pt x="0" y="0"/>
                </a:moveTo>
                <a:lnTo>
                  <a:pt x="7729557" y="0"/>
                </a:lnTo>
                <a:lnTo>
                  <a:pt x="7729557" y="3900964"/>
                </a:lnTo>
                <a:lnTo>
                  <a:pt x="0" y="3900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5596" y="1478718"/>
            <a:ext cx="4335123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그림 100장을 생성했다고 해봅시다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9883" y="2558177"/>
            <a:ext cx="45576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지금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9883" y="3164596"/>
            <a:ext cx="1527658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생성 100장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9883" y="3721875"/>
            <a:ext cx="3397682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→ </a:t>
            </a:r>
            <a:r>
              <a:rPr lang="en-US" b="true" sz="2370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사람이 100장을 다 본다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9883" y="4264571"/>
            <a:ext cx="3208144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→ 원하는 그림체인지 판단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9883" y="4821850"/>
            <a:ext cx="2071983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→ 아니면 재생성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9883" y="5379139"/>
            <a:ext cx="2405701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→ </a:t>
            </a:r>
            <a:r>
              <a:rPr lang="en-US" b="true" sz="2370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다시 사람이 본다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686515" y="2242623"/>
            <a:ext cx="7701477" cy="3872884"/>
          </a:xfrm>
          <a:custGeom>
            <a:avLst/>
            <a:gdLst/>
            <a:ahLst/>
            <a:cxnLst/>
            <a:rect r="r" b="b" t="t" l="l"/>
            <a:pathLst>
              <a:path h="3872884" w="7701477">
                <a:moveTo>
                  <a:pt x="0" y="0"/>
                </a:moveTo>
                <a:lnTo>
                  <a:pt x="7701477" y="0"/>
                </a:lnTo>
                <a:lnTo>
                  <a:pt x="7701477" y="3872884"/>
                </a:lnTo>
                <a:lnTo>
                  <a:pt x="0" y="38728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672476" y="2228583"/>
            <a:ext cx="7729557" cy="3900964"/>
          </a:xfrm>
          <a:custGeom>
            <a:avLst/>
            <a:gdLst/>
            <a:ahLst/>
            <a:cxnLst/>
            <a:rect r="r" b="b" t="t" l="l"/>
            <a:pathLst>
              <a:path h="3900964" w="7729557">
                <a:moveTo>
                  <a:pt x="0" y="0"/>
                </a:moveTo>
                <a:lnTo>
                  <a:pt x="7729556" y="0"/>
                </a:lnTo>
                <a:lnTo>
                  <a:pt x="7729556" y="3900964"/>
                </a:lnTo>
                <a:lnTo>
                  <a:pt x="0" y="39009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86762" y="2514238"/>
            <a:ext cx="1257662" cy="358016"/>
          </a:xfrm>
          <a:custGeom>
            <a:avLst/>
            <a:gdLst/>
            <a:ahLst/>
            <a:cxnLst/>
            <a:rect r="r" b="b" t="t" l="l"/>
            <a:pathLst>
              <a:path h="358016" w="1257662">
                <a:moveTo>
                  <a:pt x="0" y="0"/>
                </a:moveTo>
                <a:lnTo>
                  <a:pt x="1257662" y="0"/>
                </a:lnTo>
                <a:lnTo>
                  <a:pt x="1257662" y="358016"/>
                </a:lnTo>
                <a:lnTo>
                  <a:pt x="0" y="3580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927278" y="3882990"/>
            <a:ext cx="485461" cy="57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spc="-1">
                <a:solidFill>
                  <a:srgbClr val="90A4AE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74681" y="2556215"/>
            <a:ext cx="899636" cy="26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Retriever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89458" y="3107350"/>
            <a:ext cx="1527658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생성 100장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89458" y="3664639"/>
            <a:ext cx="2394356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→ </a:t>
            </a:r>
            <a:r>
              <a:rPr lang="en-US" b="true" sz="2370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100장 자동 채점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89458" y="4221918"/>
            <a:ext cx="3274562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→ 기준 미달만 골라 재생성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89458" y="4764615"/>
            <a:ext cx="2670839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→ 사람은 </a:t>
            </a:r>
            <a:r>
              <a:rPr lang="en-US" b="true" sz="2370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최종 확인만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9636" y="6386036"/>
            <a:ext cx="1500664" cy="929345"/>
            <a:chOff x="0" y="0"/>
            <a:chExt cx="2000885" cy="12391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00885" cy="1239139"/>
            </a:xfrm>
            <a:custGeom>
              <a:avLst/>
              <a:gdLst/>
              <a:ahLst/>
              <a:cxnLst/>
              <a:rect r="r" b="b" t="t" l="l"/>
              <a:pathLst>
                <a:path h="1239139" w="2000885">
                  <a:moveTo>
                    <a:pt x="0" y="0"/>
                  </a:moveTo>
                  <a:lnTo>
                    <a:pt x="2000885" y="0"/>
                  </a:lnTo>
                  <a:lnTo>
                    <a:pt x="2000885" y="1239139"/>
                  </a:lnTo>
                  <a:lnTo>
                    <a:pt x="0" y="1239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99636" y="7314838"/>
            <a:ext cx="1500664" cy="1129141"/>
            <a:chOff x="0" y="0"/>
            <a:chExt cx="2000885" cy="15055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00885" cy="1505458"/>
            </a:xfrm>
            <a:custGeom>
              <a:avLst/>
              <a:gdLst/>
              <a:ahLst/>
              <a:cxnLst/>
              <a:rect r="r" b="b" t="t" l="l"/>
              <a:pathLst>
                <a:path h="1505458" w="2000885">
                  <a:moveTo>
                    <a:pt x="0" y="0"/>
                  </a:moveTo>
                  <a:lnTo>
                    <a:pt x="2000885" y="0"/>
                  </a:lnTo>
                  <a:lnTo>
                    <a:pt x="2000885" y="1505458"/>
                  </a:lnTo>
                  <a:lnTo>
                    <a:pt x="0" y="15054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85596" y="6386036"/>
            <a:ext cx="14583" cy="943918"/>
            <a:chOff x="0" y="0"/>
            <a:chExt cx="19444" cy="12585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431" cy="1258570"/>
            </a:xfrm>
            <a:custGeom>
              <a:avLst/>
              <a:gdLst/>
              <a:ahLst/>
              <a:cxnLst/>
              <a:rect r="r" b="b" t="t" l="l"/>
              <a:pathLst>
                <a:path h="1258570" w="19431">
                  <a:moveTo>
                    <a:pt x="0" y="0"/>
                  </a:moveTo>
                  <a:lnTo>
                    <a:pt x="19431" y="0"/>
                  </a:lnTo>
                  <a:lnTo>
                    <a:pt x="19431" y="1258570"/>
                  </a:lnTo>
                  <a:lnTo>
                    <a:pt x="0" y="1258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85596" y="6386036"/>
            <a:ext cx="1514704" cy="15116"/>
            <a:chOff x="0" y="0"/>
            <a:chExt cx="2019605" cy="201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19554" cy="20193"/>
            </a:xfrm>
            <a:custGeom>
              <a:avLst/>
              <a:gdLst/>
              <a:ahLst/>
              <a:cxnLst/>
              <a:rect r="r" b="b" t="t" l="l"/>
              <a:pathLst>
                <a:path h="20193" w="2019554">
                  <a:moveTo>
                    <a:pt x="0" y="0"/>
                  </a:moveTo>
                  <a:lnTo>
                    <a:pt x="2019554" y="0"/>
                  </a:lnTo>
                  <a:lnTo>
                    <a:pt x="2019554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385717" y="6386036"/>
            <a:ext cx="14583" cy="943918"/>
            <a:chOff x="0" y="0"/>
            <a:chExt cx="19444" cy="12585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431" cy="1258570"/>
            </a:xfrm>
            <a:custGeom>
              <a:avLst/>
              <a:gdLst/>
              <a:ahLst/>
              <a:cxnLst/>
              <a:rect r="r" b="b" t="t" l="l"/>
              <a:pathLst>
                <a:path h="1258570" w="19431">
                  <a:moveTo>
                    <a:pt x="0" y="0"/>
                  </a:moveTo>
                  <a:lnTo>
                    <a:pt x="19431" y="0"/>
                  </a:lnTo>
                  <a:lnTo>
                    <a:pt x="19431" y="1258570"/>
                  </a:lnTo>
                  <a:lnTo>
                    <a:pt x="0" y="1258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399757" y="6386036"/>
            <a:ext cx="7144741" cy="15116"/>
            <a:chOff x="0" y="0"/>
            <a:chExt cx="9526321" cy="2015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26270" cy="20193"/>
            </a:xfrm>
            <a:custGeom>
              <a:avLst/>
              <a:gdLst/>
              <a:ahLst/>
              <a:cxnLst/>
              <a:rect r="r" b="b" t="t" l="l"/>
              <a:pathLst>
                <a:path h="20193" w="9526270">
                  <a:moveTo>
                    <a:pt x="0" y="0"/>
                  </a:moveTo>
                  <a:lnTo>
                    <a:pt x="9526270" y="0"/>
                  </a:lnTo>
                  <a:lnTo>
                    <a:pt x="9526270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529382" y="6386036"/>
            <a:ext cx="15116" cy="943918"/>
            <a:chOff x="0" y="0"/>
            <a:chExt cx="20155" cy="12585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193" cy="1258570"/>
            </a:xfrm>
            <a:custGeom>
              <a:avLst/>
              <a:gdLst/>
              <a:ahLst/>
              <a:cxnLst/>
              <a:rect r="r" b="b" t="t" l="l"/>
              <a:pathLst>
                <a:path h="1258570" w="20193">
                  <a:moveTo>
                    <a:pt x="0" y="0"/>
                  </a:moveTo>
                  <a:lnTo>
                    <a:pt x="20193" y="0"/>
                  </a:lnTo>
                  <a:lnTo>
                    <a:pt x="20193" y="1258570"/>
                  </a:lnTo>
                  <a:lnTo>
                    <a:pt x="0" y="1258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85596" y="7329421"/>
            <a:ext cx="14583" cy="1129141"/>
            <a:chOff x="0" y="0"/>
            <a:chExt cx="19444" cy="150552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431" cy="1505458"/>
            </a:xfrm>
            <a:custGeom>
              <a:avLst/>
              <a:gdLst/>
              <a:ahLst/>
              <a:cxnLst/>
              <a:rect r="r" b="b" t="t" l="l"/>
              <a:pathLst>
                <a:path h="1505458" w="19431">
                  <a:moveTo>
                    <a:pt x="0" y="0"/>
                  </a:moveTo>
                  <a:lnTo>
                    <a:pt x="19431" y="0"/>
                  </a:lnTo>
                  <a:lnTo>
                    <a:pt x="19431" y="1505458"/>
                  </a:lnTo>
                  <a:lnTo>
                    <a:pt x="0" y="15054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85596" y="7314838"/>
            <a:ext cx="1514704" cy="15116"/>
            <a:chOff x="0" y="0"/>
            <a:chExt cx="2019605" cy="2015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19554" cy="20193"/>
            </a:xfrm>
            <a:custGeom>
              <a:avLst/>
              <a:gdLst/>
              <a:ahLst/>
              <a:cxnLst/>
              <a:rect r="r" b="b" t="t" l="l"/>
              <a:pathLst>
                <a:path h="20193" w="2019554">
                  <a:moveTo>
                    <a:pt x="0" y="0"/>
                  </a:moveTo>
                  <a:lnTo>
                    <a:pt x="2019554" y="0"/>
                  </a:lnTo>
                  <a:lnTo>
                    <a:pt x="2019554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385717" y="7329421"/>
            <a:ext cx="14583" cy="1129141"/>
            <a:chOff x="0" y="0"/>
            <a:chExt cx="19444" cy="150552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431" cy="1505458"/>
            </a:xfrm>
            <a:custGeom>
              <a:avLst/>
              <a:gdLst/>
              <a:ahLst/>
              <a:cxnLst/>
              <a:rect r="r" b="b" t="t" l="l"/>
              <a:pathLst>
                <a:path h="1505458" w="19431">
                  <a:moveTo>
                    <a:pt x="0" y="0"/>
                  </a:moveTo>
                  <a:lnTo>
                    <a:pt x="19431" y="0"/>
                  </a:lnTo>
                  <a:lnTo>
                    <a:pt x="19431" y="1505458"/>
                  </a:lnTo>
                  <a:lnTo>
                    <a:pt x="0" y="15054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399757" y="7314838"/>
            <a:ext cx="7144741" cy="15116"/>
            <a:chOff x="0" y="0"/>
            <a:chExt cx="9526321" cy="201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26270" cy="20193"/>
            </a:xfrm>
            <a:custGeom>
              <a:avLst/>
              <a:gdLst/>
              <a:ahLst/>
              <a:cxnLst/>
              <a:rect r="r" b="b" t="t" l="l"/>
              <a:pathLst>
                <a:path h="20193" w="9526270">
                  <a:moveTo>
                    <a:pt x="0" y="0"/>
                  </a:moveTo>
                  <a:lnTo>
                    <a:pt x="9526270" y="0"/>
                  </a:lnTo>
                  <a:lnTo>
                    <a:pt x="9526270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529382" y="7329421"/>
            <a:ext cx="15116" cy="1129141"/>
            <a:chOff x="0" y="0"/>
            <a:chExt cx="20155" cy="150552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193" cy="1505458"/>
            </a:xfrm>
            <a:custGeom>
              <a:avLst/>
              <a:gdLst/>
              <a:ahLst/>
              <a:cxnLst/>
              <a:rect r="r" b="b" t="t" l="l"/>
              <a:pathLst>
                <a:path h="1505458" w="20193">
                  <a:moveTo>
                    <a:pt x="0" y="0"/>
                  </a:moveTo>
                  <a:lnTo>
                    <a:pt x="20193" y="0"/>
                  </a:lnTo>
                  <a:lnTo>
                    <a:pt x="20193" y="1505458"/>
                  </a:lnTo>
                  <a:lnTo>
                    <a:pt x="0" y="15054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85596" y="8443436"/>
            <a:ext cx="1514704" cy="15116"/>
            <a:chOff x="0" y="0"/>
            <a:chExt cx="2019605" cy="201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19554" cy="20193"/>
            </a:xfrm>
            <a:custGeom>
              <a:avLst/>
              <a:gdLst/>
              <a:ahLst/>
              <a:cxnLst/>
              <a:rect r="r" b="b" t="t" l="l"/>
              <a:pathLst>
                <a:path h="20193" w="2019554">
                  <a:moveTo>
                    <a:pt x="0" y="0"/>
                  </a:moveTo>
                  <a:lnTo>
                    <a:pt x="2019554" y="0"/>
                  </a:lnTo>
                  <a:lnTo>
                    <a:pt x="2019554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399757" y="8443436"/>
            <a:ext cx="7144741" cy="15116"/>
            <a:chOff x="0" y="0"/>
            <a:chExt cx="9526321" cy="2015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526270" cy="20193"/>
            </a:xfrm>
            <a:custGeom>
              <a:avLst/>
              <a:gdLst/>
              <a:ahLst/>
              <a:cxnLst/>
              <a:rect r="r" b="b" t="t" l="l"/>
              <a:pathLst>
                <a:path h="20193" w="9526270">
                  <a:moveTo>
                    <a:pt x="0" y="0"/>
                  </a:moveTo>
                  <a:lnTo>
                    <a:pt x="9526270" y="0"/>
                  </a:lnTo>
                  <a:lnTo>
                    <a:pt x="9526270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989458" y="5321894"/>
            <a:ext cx="4209840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→ 애초에 안 될 그림체는 미리 경고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42067" y="6648802"/>
            <a:ext cx="100176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한장생성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76986" y="6709967"/>
            <a:ext cx="251154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$0.046  </a:t>
            </a: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외부 API 호출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42067" y="7722541"/>
            <a:ext cx="100176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한장검수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476986" y="7732066"/>
            <a:ext cx="70675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임베딩 1회  </a:t>
            </a: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외부 API 호출 없음: 외부 API 비용이 추가되지 않는다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989458" y="7093891"/>
            <a:ext cx="671479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593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줄어드는 것: </a:t>
            </a:r>
          </a:p>
          <a:p>
            <a:pPr algn="l">
              <a:lnSpc>
                <a:spcPts val="3112"/>
              </a:lnSpc>
            </a:pPr>
            <a:r>
              <a:rPr lang="en-US" b="true" sz="2593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사람 검수 장수 · 재생성 횟수 · 출시까지 시간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99636" y="9001487"/>
            <a:ext cx="14598491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어디에서 비용이 줄어드는 구조인지</a:t>
            </a:r>
            <a:r>
              <a:rPr lang="en-US" sz="2025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까지가 저희가 아는 것입니다. </a:t>
            </a:r>
            <a:r>
              <a:rPr lang="en-US" sz="2025" b="true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절감액 자체는 아직 측정하지 않았습니다</a:t>
            </a:r>
          </a:p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고객의 실제 검수 시간을 재야 나오는 숫자라, </a:t>
            </a: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다음 마일스톤으로 둡니다.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317260" y="9862214"/>
            <a:ext cx="597779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13 / 17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596" y="633813"/>
            <a:ext cx="3263217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아직 안 되는 것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9636" y="2743200"/>
            <a:ext cx="2344141" cy="614524"/>
            <a:chOff x="0" y="0"/>
            <a:chExt cx="3125521" cy="8193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25470" cy="819404"/>
            </a:xfrm>
            <a:custGeom>
              <a:avLst/>
              <a:gdLst/>
              <a:ahLst/>
              <a:cxnLst/>
              <a:rect r="r" b="b" t="t" l="l"/>
              <a:pathLst>
                <a:path h="819404" w="3125470">
                  <a:moveTo>
                    <a:pt x="0" y="0"/>
                  </a:moveTo>
                  <a:lnTo>
                    <a:pt x="3125470" y="0"/>
                  </a:lnTo>
                  <a:lnTo>
                    <a:pt x="3125470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43243" y="2743200"/>
            <a:ext cx="4243864" cy="614524"/>
            <a:chOff x="0" y="0"/>
            <a:chExt cx="5658485" cy="8193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58485" cy="819404"/>
            </a:xfrm>
            <a:custGeom>
              <a:avLst/>
              <a:gdLst/>
              <a:ahLst/>
              <a:cxnLst/>
              <a:rect r="r" b="b" t="t" l="l"/>
              <a:pathLst>
                <a:path h="819404" w="5658485">
                  <a:moveTo>
                    <a:pt x="0" y="0"/>
                  </a:moveTo>
                  <a:lnTo>
                    <a:pt x="5658485" y="0"/>
                  </a:lnTo>
                  <a:lnTo>
                    <a:pt x="5658485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486564" y="2743200"/>
            <a:ext cx="9916020" cy="614524"/>
            <a:chOff x="0" y="0"/>
            <a:chExt cx="13221360" cy="8193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21336" cy="819404"/>
            </a:xfrm>
            <a:custGeom>
              <a:avLst/>
              <a:gdLst/>
              <a:ahLst/>
              <a:cxnLst/>
              <a:rect r="r" b="b" t="t" l="l"/>
              <a:pathLst>
                <a:path h="819404" w="13221336">
                  <a:moveTo>
                    <a:pt x="0" y="0"/>
                  </a:moveTo>
                  <a:lnTo>
                    <a:pt x="13221336" y="0"/>
                  </a:lnTo>
                  <a:lnTo>
                    <a:pt x="13221336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99636" y="3357181"/>
            <a:ext cx="2344141" cy="872099"/>
            <a:chOff x="0" y="0"/>
            <a:chExt cx="3125521" cy="11627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25470" cy="1162812"/>
            </a:xfrm>
            <a:custGeom>
              <a:avLst/>
              <a:gdLst/>
              <a:ahLst/>
              <a:cxnLst/>
              <a:rect r="r" b="b" t="t" l="l"/>
              <a:pathLst>
                <a:path h="1162812" w="3125470">
                  <a:moveTo>
                    <a:pt x="0" y="0"/>
                  </a:moveTo>
                  <a:lnTo>
                    <a:pt x="3125470" y="0"/>
                  </a:lnTo>
                  <a:lnTo>
                    <a:pt x="3125470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E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243243" y="3357181"/>
            <a:ext cx="4243864" cy="872099"/>
            <a:chOff x="0" y="0"/>
            <a:chExt cx="5658485" cy="1162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58485" cy="1162812"/>
            </a:xfrm>
            <a:custGeom>
              <a:avLst/>
              <a:gdLst/>
              <a:ahLst/>
              <a:cxnLst/>
              <a:rect r="r" b="b" t="t" l="l"/>
              <a:pathLst>
                <a:path h="1162812" w="5658485">
                  <a:moveTo>
                    <a:pt x="0" y="0"/>
                  </a:moveTo>
                  <a:lnTo>
                    <a:pt x="5658485" y="0"/>
                  </a:lnTo>
                  <a:lnTo>
                    <a:pt x="5658485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E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486564" y="3357181"/>
            <a:ext cx="9916020" cy="872099"/>
            <a:chOff x="0" y="0"/>
            <a:chExt cx="13221360" cy="11627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21336" cy="1162812"/>
            </a:xfrm>
            <a:custGeom>
              <a:avLst/>
              <a:gdLst/>
              <a:ahLst/>
              <a:cxnLst/>
              <a:rect r="r" b="b" t="t" l="l"/>
              <a:pathLst>
                <a:path h="1162812" w="13221336">
                  <a:moveTo>
                    <a:pt x="0" y="0"/>
                  </a:moveTo>
                  <a:lnTo>
                    <a:pt x="13221336" y="0"/>
                  </a:lnTo>
                  <a:lnTo>
                    <a:pt x="13221336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E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85596" y="2728617"/>
            <a:ext cx="14583" cy="629098"/>
            <a:chOff x="0" y="0"/>
            <a:chExt cx="19444" cy="8387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85596" y="2728617"/>
            <a:ext cx="2358180" cy="15116"/>
            <a:chOff x="0" y="0"/>
            <a:chExt cx="3144241" cy="201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44266" cy="20193"/>
            </a:xfrm>
            <a:custGeom>
              <a:avLst/>
              <a:gdLst/>
              <a:ahLst/>
              <a:cxnLst/>
              <a:rect r="r" b="b" t="t" l="l"/>
              <a:pathLst>
                <a:path h="20193" w="3144266">
                  <a:moveTo>
                    <a:pt x="0" y="0"/>
                  </a:moveTo>
                  <a:lnTo>
                    <a:pt x="3144266" y="0"/>
                  </a:lnTo>
                  <a:lnTo>
                    <a:pt x="314426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228661" y="2728617"/>
            <a:ext cx="15116" cy="629098"/>
            <a:chOff x="0" y="0"/>
            <a:chExt cx="20155" cy="8387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243243" y="2728617"/>
            <a:ext cx="4243864" cy="15116"/>
            <a:chOff x="0" y="0"/>
            <a:chExt cx="5658485" cy="201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58485" cy="20193"/>
            </a:xfrm>
            <a:custGeom>
              <a:avLst/>
              <a:gdLst/>
              <a:ahLst/>
              <a:cxnLst/>
              <a:rect r="r" b="b" t="t" l="l"/>
              <a:pathLst>
                <a:path h="20193" w="5658485">
                  <a:moveTo>
                    <a:pt x="0" y="0"/>
                  </a:moveTo>
                  <a:lnTo>
                    <a:pt x="5658485" y="0"/>
                  </a:lnTo>
                  <a:lnTo>
                    <a:pt x="565848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471982" y="2728617"/>
            <a:ext cx="15116" cy="629098"/>
            <a:chOff x="0" y="0"/>
            <a:chExt cx="20155" cy="8387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86564" y="2728617"/>
            <a:ext cx="9916020" cy="15116"/>
            <a:chOff x="0" y="0"/>
            <a:chExt cx="13221360" cy="201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21336" cy="20193"/>
            </a:xfrm>
            <a:custGeom>
              <a:avLst/>
              <a:gdLst/>
              <a:ahLst/>
              <a:cxnLst/>
              <a:rect r="r" b="b" t="t" l="l"/>
              <a:pathLst>
                <a:path h="20193" w="13221336">
                  <a:moveTo>
                    <a:pt x="0" y="0"/>
                  </a:moveTo>
                  <a:lnTo>
                    <a:pt x="13221336" y="0"/>
                  </a:lnTo>
                  <a:lnTo>
                    <a:pt x="1322133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387459" y="2728617"/>
            <a:ext cx="15116" cy="629098"/>
            <a:chOff x="0" y="0"/>
            <a:chExt cx="20155" cy="8387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193" cy="838835"/>
            </a:xfrm>
            <a:custGeom>
              <a:avLst/>
              <a:gdLst/>
              <a:ahLst/>
              <a:cxnLst/>
              <a:rect r="r" b="b" t="t" l="l"/>
              <a:pathLst>
                <a:path h="8388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85596" y="3357181"/>
            <a:ext cx="14583" cy="872099"/>
            <a:chOff x="0" y="0"/>
            <a:chExt cx="19444" cy="11627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431" cy="1162812"/>
            </a:xfrm>
            <a:custGeom>
              <a:avLst/>
              <a:gdLst/>
              <a:ahLst/>
              <a:cxnLst/>
              <a:rect r="r" b="b" t="t" l="l"/>
              <a:pathLst>
                <a:path h="1162812" w="19431">
                  <a:moveTo>
                    <a:pt x="0" y="0"/>
                  </a:moveTo>
                  <a:lnTo>
                    <a:pt x="19431" y="0"/>
                  </a:lnTo>
                  <a:lnTo>
                    <a:pt x="19431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85596" y="3343142"/>
            <a:ext cx="2358180" cy="14583"/>
            <a:chOff x="0" y="0"/>
            <a:chExt cx="3144241" cy="194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44266" cy="19431"/>
            </a:xfrm>
            <a:custGeom>
              <a:avLst/>
              <a:gdLst/>
              <a:ahLst/>
              <a:cxnLst/>
              <a:rect r="r" b="b" t="t" l="l"/>
              <a:pathLst>
                <a:path h="19431" w="3144266">
                  <a:moveTo>
                    <a:pt x="0" y="0"/>
                  </a:moveTo>
                  <a:lnTo>
                    <a:pt x="3144266" y="0"/>
                  </a:lnTo>
                  <a:lnTo>
                    <a:pt x="314426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228661" y="3357181"/>
            <a:ext cx="15116" cy="872099"/>
            <a:chOff x="0" y="0"/>
            <a:chExt cx="20155" cy="11627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243243" y="3343142"/>
            <a:ext cx="4243864" cy="14583"/>
            <a:chOff x="0" y="0"/>
            <a:chExt cx="5658485" cy="194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58485" cy="19431"/>
            </a:xfrm>
            <a:custGeom>
              <a:avLst/>
              <a:gdLst/>
              <a:ahLst/>
              <a:cxnLst/>
              <a:rect r="r" b="b" t="t" l="l"/>
              <a:pathLst>
                <a:path h="19431" w="5658485">
                  <a:moveTo>
                    <a:pt x="0" y="0"/>
                  </a:moveTo>
                  <a:lnTo>
                    <a:pt x="5658485" y="0"/>
                  </a:lnTo>
                  <a:lnTo>
                    <a:pt x="5658485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471982" y="3357181"/>
            <a:ext cx="15116" cy="872099"/>
            <a:chOff x="0" y="0"/>
            <a:chExt cx="20155" cy="116279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486564" y="3343142"/>
            <a:ext cx="9916020" cy="14583"/>
            <a:chOff x="0" y="0"/>
            <a:chExt cx="13221360" cy="1944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221336" cy="19431"/>
            </a:xfrm>
            <a:custGeom>
              <a:avLst/>
              <a:gdLst/>
              <a:ahLst/>
              <a:cxnLst/>
              <a:rect r="r" b="b" t="t" l="l"/>
              <a:pathLst>
                <a:path h="19431" w="13221336">
                  <a:moveTo>
                    <a:pt x="0" y="0"/>
                  </a:moveTo>
                  <a:lnTo>
                    <a:pt x="13221336" y="0"/>
                  </a:lnTo>
                  <a:lnTo>
                    <a:pt x="1322133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7387459" y="3357181"/>
            <a:ext cx="15116" cy="872099"/>
            <a:chOff x="0" y="0"/>
            <a:chExt cx="20155" cy="11627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85596" y="4228738"/>
            <a:ext cx="14583" cy="872099"/>
            <a:chOff x="0" y="0"/>
            <a:chExt cx="19444" cy="116279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431" cy="1162812"/>
            </a:xfrm>
            <a:custGeom>
              <a:avLst/>
              <a:gdLst/>
              <a:ahLst/>
              <a:cxnLst/>
              <a:rect r="r" b="b" t="t" l="l"/>
              <a:pathLst>
                <a:path h="1162812" w="19431">
                  <a:moveTo>
                    <a:pt x="0" y="0"/>
                  </a:moveTo>
                  <a:lnTo>
                    <a:pt x="19431" y="0"/>
                  </a:lnTo>
                  <a:lnTo>
                    <a:pt x="19431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85596" y="4214698"/>
            <a:ext cx="2358180" cy="14583"/>
            <a:chOff x="0" y="0"/>
            <a:chExt cx="3144241" cy="194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144266" cy="19431"/>
            </a:xfrm>
            <a:custGeom>
              <a:avLst/>
              <a:gdLst/>
              <a:ahLst/>
              <a:cxnLst/>
              <a:rect r="r" b="b" t="t" l="l"/>
              <a:pathLst>
                <a:path h="19431" w="3144266">
                  <a:moveTo>
                    <a:pt x="0" y="0"/>
                  </a:moveTo>
                  <a:lnTo>
                    <a:pt x="3144266" y="0"/>
                  </a:lnTo>
                  <a:lnTo>
                    <a:pt x="314426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228661" y="4228738"/>
            <a:ext cx="15116" cy="872099"/>
            <a:chOff x="0" y="0"/>
            <a:chExt cx="20155" cy="11627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3243243" y="4214698"/>
            <a:ext cx="4243864" cy="14583"/>
            <a:chOff x="0" y="0"/>
            <a:chExt cx="5658485" cy="194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58485" cy="19431"/>
            </a:xfrm>
            <a:custGeom>
              <a:avLst/>
              <a:gdLst/>
              <a:ahLst/>
              <a:cxnLst/>
              <a:rect r="r" b="b" t="t" l="l"/>
              <a:pathLst>
                <a:path h="19431" w="5658485">
                  <a:moveTo>
                    <a:pt x="0" y="0"/>
                  </a:moveTo>
                  <a:lnTo>
                    <a:pt x="5658485" y="0"/>
                  </a:lnTo>
                  <a:lnTo>
                    <a:pt x="5658485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471982" y="4228738"/>
            <a:ext cx="15116" cy="872099"/>
            <a:chOff x="0" y="0"/>
            <a:chExt cx="20155" cy="11627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486564" y="4214698"/>
            <a:ext cx="9916020" cy="14583"/>
            <a:chOff x="0" y="0"/>
            <a:chExt cx="13221360" cy="194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221336" cy="19431"/>
            </a:xfrm>
            <a:custGeom>
              <a:avLst/>
              <a:gdLst/>
              <a:ahLst/>
              <a:cxnLst/>
              <a:rect r="r" b="b" t="t" l="l"/>
              <a:pathLst>
                <a:path h="19431" w="13221336">
                  <a:moveTo>
                    <a:pt x="0" y="0"/>
                  </a:moveTo>
                  <a:lnTo>
                    <a:pt x="13221336" y="0"/>
                  </a:lnTo>
                  <a:lnTo>
                    <a:pt x="1322133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7387459" y="4228738"/>
            <a:ext cx="15116" cy="872099"/>
            <a:chOff x="0" y="0"/>
            <a:chExt cx="20155" cy="116279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85596" y="5100304"/>
            <a:ext cx="14583" cy="586445"/>
            <a:chOff x="0" y="0"/>
            <a:chExt cx="19444" cy="78192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85596" y="5086264"/>
            <a:ext cx="2358180" cy="14583"/>
            <a:chOff x="0" y="0"/>
            <a:chExt cx="3144241" cy="194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144266" cy="19431"/>
            </a:xfrm>
            <a:custGeom>
              <a:avLst/>
              <a:gdLst/>
              <a:ahLst/>
              <a:cxnLst/>
              <a:rect r="r" b="b" t="t" l="l"/>
              <a:pathLst>
                <a:path h="19431" w="3144266">
                  <a:moveTo>
                    <a:pt x="0" y="0"/>
                  </a:moveTo>
                  <a:lnTo>
                    <a:pt x="3144266" y="0"/>
                  </a:lnTo>
                  <a:lnTo>
                    <a:pt x="314426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3228661" y="5100304"/>
            <a:ext cx="15116" cy="586445"/>
            <a:chOff x="0" y="0"/>
            <a:chExt cx="20155" cy="78192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3243243" y="5086264"/>
            <a:ext cx="4243864" cy="14583"/>
            <a:chOff x="0" y="0"/>
            <a:chExt cx="5658485" cy="1944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658485" cy="19431"/>
            </a:xfrm>
            <a:custGeom>
              <a:avLst/>
              <a:gdLst/>
              <a:ahLst/>
              <a:cxnLst/>
              <a:rect r="r" b="b" t="t" l="l"/>
              <a:pathLst>
                <a:path h="19431" w="5658485">
                  <a:moveTo>
                    <a:pt x="0" y="0"/>
                  </a:moveTo>
                  <a:lnTo>
                    <a:pt x="5658485" y="0"/>
                  </a:lnTo>
                  <a:lnTo>
                    <a:pt x="5658485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471982" y="5100304"/>
            <a:ext cx="15116" cy="586445"/>
            <a:chOff x="0" y="0"/>
            <a:chExt cx="20155" cy="78192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486564" y="5086264"/>
            <a:ext cx="9916020" cy="14583"/>
            <a:chOff x="0" y="0"/>
            <a:chExt cx="13221360" cy="194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221336" cy="19431"/>
            </a:xfrm>
            <a:custGeom>
              <a:avLst/>
              <a:gdLst/>
              <a:ahLst/>
              <a:cxnLst/>
              <a:rect r="r" b="b" t="t" l="l"/>
              <a:pathLst>
                <a:path h="19431" w="13221336">
                  <a:moveTo>
                    <a:pt x="0" y="0"/>
                  </a:moveTo>
                  <a:lnTo>
                    <a:pt x="13221336" y="0"/>
                  </a:lnTo>
                  <a:lnTo>
                    <a:pt x="13221336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7387459" y="5100304"/>
            <a:ext cx="15116" cy="586445"/>
            <a:chOff x="0" y="0"/>
            <a:chExt cx="20155" cy="78192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85596" y="5686196"/>
            <a:ext cx="14583" cy="872099"/>
            <a:chOff x="0" y="0"/>
            <a:chExt cx="19444" cy="116279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9431" cy="1162812"/>
            </a:xfrm>
            <a:custGeom>
              <a:avLst/>
              <a:gdLst/>
              <a:ahLst/>
              <a:cxnLst/>
              <a:rect r="r" b="b" t="t" l="l"/>
              <a:pathLst>
                <a:path h="1162812" w="19431">
                  <a:moveTo>
                    <a:pt x="0" y="0"/>
                  </a:moveTo>
                  <a:lnTo>
                    <a:pt x="19431" y="0"/>
                  </a:lnTo>
                  <a:lnTo>
                    <a:pt x="19431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85596" y="5671623"/>
            <a:ext cx="2358180" cy="15116"/>
            <a:chOff x="0" y="0"/>
            <a:chExt cx="3144241" cy="2015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44266" cy="20193"/>
            </a:xfrm>
            <a:custGeom>
              <a:avLst/>
              <a:gdLst/>
              <a:ahLst/>
              <a:cxnLst/>
              <a:rect r="r" b="b" t="t" l="l"/>
              <a:pathLst>
                <a:path h="20193" w="3144266">
                  <a:moveTo>
                    <a:pt x="0" y="0"/>
                  </a:moveTo>
                  <a:lnTo>
                    <a:pt x="3144266" y="0"/>
                  </a:lnTo>
                  <a:lnTo>
                    <a:pt x="314426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3228661" y="5686196"/>
            <a:ext cx="15116" cy="872099"/>
            <a:chOff x="0" y="0"/>
            <a:chExt cx="20155" cy="116279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3243243" y="5671623"/>
            <a:ext cx="4243864" cy="15116"/>
            <a:chOff x="0" y="0"/>
            <a:chExt cx="5658485" cy="2015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658485" cy="20193"/>
            </a:xfrm>
            <a:custGeom>
              <a:avLst/>
              <a:gdLst/>
              <a:ahLst/>
              <a:cxnLst/>
              <a:rect r="r" b="b" t="t" l="l"/>
              <a:pathLst>
                <a:path h="20193" w="5658485">
                  <a:moveTo>
                    <a:pt x="0" y="0"/>
                  </a:moveTo>
                  <a:lnTo>
                    <a:pt x="5658485" y="0"/>
                  </a:lnTo>
                  <a:lnTo>
                    <a:pt x="565848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7471982" y="5686196"/>
            <a:ext cx="15116" cy="872099"/>
            <a:chOff x="0" y="0"/>
            <a:chExt cx="20155" cy="116279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486564" y="5671623"/>
            <a:ext cx="9916020" cy="15116"/>
            <a:chOff x="0" y="0"/>
            <a:chExt cx="13221360" cy="2015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3221336" cy="20193"/>
            </a:xfrm>
            <a:custGeom>
              <a:avLst/>
              <a:gdLst/>
              <a:ahLst/>
              <a:cxnLst/>
              <a:rect r="r" b="b" t="t" l="l"/>
              <a:pathLst>
                <a:path h="20193" w="13221336">
                  <a:moveTo>
                    <a:pt x="0" y="0"/>
                  </a:moveTo>
                  <a:lnTo>
                    <a:pt x="13221336" y="0"/>
                  </a:lnTo>
                  <a:lnTo>
                    <a:pt x="1322133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7387459" y="5686196"/>
            <a:ext cx="15116" cy="872099"/>
            <a:chOff x="0" y="0"/>
            <a:chExt cx="20155" cy="116279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885596" y="6557762"/>
            <a:ext cx="14583" cy="872099"/>
            <a:chOff x="0" y="0"/>
            <a:chExt cx="19444" cy="116279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9431" cy="1162812"/>
            </a:xfrm>
            <a:custGeom>
              <a:avLst/>
              <a:gdLst/>
              <a:ahLst/>
              <a:cxnLst/>
              <a:rect r="r" b="b" t="t" l="l"/>
              <a:pathLst>
                <a:path h="1162812" w="19431">
                  <a:moveTo>
                    <a:pt x="0" y="0"/>
                  </a:moveTo>
                  <a:lnTo>
                    <a:pt x="19431" y="0"/>
                  </a:lnTo>
                  <a:lnTo>
                    <a:pt x="19431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885596" y="6543180"/>
            <a:ext cx="2358180" cy="15116"/>
            <a:chOff x="0" y="0"/>
            <a:chExt cx="3144241" cy="2015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144266" cy="20193"/>
            </a:xfrm>
            <a:custGeom>
              <a:avLst/>
              <a:gdLst/>
              <a:ahLst/>
              <a:cxnLst/>
              <a:rect r="r" b="b" t="t" l="l"/>
              <a:pathLst>
                <a:path h="20193" w="3144266">
                  <a:moveTo>
                    <a:pt x="0" y="0"/>
                  </a:moveTo>
                  <a:lnTo>
                    <a:pt x="3144266" y="0"/>
                  </a:lnTo>
                  <a:lnTo>
                    <a:pt x="314426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3228661" y="6557762"/>
            <a:ext cx="15116" cy="872099"/>
            <a:chOff x="0" y="0"/>
            <a:chExt cx="20155" cy="116279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3243243" y="6543180"/>
            <a:ext cx="4243864" cy="15116"/>
            <a:chOff x="0" y="0"/>
            <a:chExt cx="5658485" cy="2015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658485" cy="20193"/>
            </a:xfrm>
            <a:custGeom>
              <a:avLst/>
              <a:gdLst/>
              <a:ahLst/>
              <a:cxnLst/>
              <a:rect r="r" b="b" t="t" l="l"/>
              <a:pathLst>
                <a:path h="20193" w="5658485">
                  <a:moveTo>
                    <a:pt x="0" y="0"/>
                  </a:moveTo>
                  <a:lnTo>
                    <a:pt x="5658485" y="0"/>
                  </a:lnTo>
                  <a:lnTo>
                    <a:pt x="565848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471982" y="6557762"/>
            <a:ext cx="15116" cy="872099"/>
            <a:chOff x="0" y="0"/>
            <a:chExt cx="20155" cy="116279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7486564" y="6543180"/>
            <a:ext cx="9916020" cy="15116"/>
            <a:chOff x="0" y="0"/>
            <a:chExt cx="13221360" cy="2015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3221336" cy="20193"/>
            </a:xfrm>
            <a:custGeom>
              <a:avLst/>
              <a:gdLst/>
              <a:ahLst/>
              <a:cxnLst/>
              <a:rect r="r" b="b" t="t" l="l"/>
              <a:pathLst>
                <a:path h="20193" w="13221336">
                  <a:moveTo>
                    <a:pt x="0" y="0"/>
                  </a:moveTo>
                  <a:lnTo>
                    <a:pt x="13221336" y="0"/>
                  </a:lnTo>
                  <a:lnTo>
                    <a:pt x="1322133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7387459" y="6557762"/>
            <a:ext cx="15116" cy="872099"/>
            <a:chOff x="0" y="0"/>
            <a:chExt cx="20155" cy="116279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885596" y="7429319"/>
            <a:ext cx="14583" cy="872099"/>
            <a:chOff x="0" y="0"/>
            <a:chExt cx="19444" cy="116279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9431" cy="1162812"/>
            </a:xfrm>
            <a:custGeom>
              <a:avLst/>
              <a:gdLst/>
              <a:ahLst/>
              <a:cxnLst/>
              <a:rect r="r" b="b" t="t" l="l"/>
              <a:pathLst>
                <a:path h="1162812" w="19431">
                  <a:moveTo>
                    <a:pt x="0" y="0"/>
                  </a:moveTo>
                  <a:lnTo>
                    <a:pt x="19431" y="0"/>
                  </a:lnTo>
                  <a:lnTo>
                    <a:pt x="19431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885596" y="7414736"/>
            <a:ext cx="2358180" cy="15116"/>
            <a:chOff x="0" y="0"/>
            <a:chExt cx="3144241" cy="2015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144266" cy="20193"/>
            </a:xfrm>
            <a:custGeom>
              <a:avLst/>
              <a:gdLst/>
              <a:ahLst/>
              <a:cxnLst/>
              <a:rect r="r" b="b" t="t" l="l"/>
              <a:pathLst>
                <a:path h="20193" w="3144266">
                  <a:moveTo>
                    <a:pt x="0" y="0"/>
                  </a:moveTo>
                  <a:lnTo>
                    <a:pt x="3144266" y="0"/>
                  </a:lnTo>
                  <a:lnTo>
                    <a:pt x="314426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3228661" y="7429319"/>
            <a:ext cx="15116" cy="872099"/>
            <a:chOff x="0" y="0"/>
            <a:chExt cx="20155" cy="116279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3243243" y="7414736"/>
            <a:ext cx="4243864" cy="15116"/>
            <a:chOff x="0" y="0"/>
            <a:chExt cx="5658485" cy="2015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658485" cy="20193"/>
            </a:xfrm>
            <a:custGeom>
              <a:avLst/>
              <a:gdLst/>
              <a:ahLst/>
              <a:cxnLst/>
              <a:rect r="r" b="b" t="t" l="l"/>
              <a:pathLst>
                <a:path h="20193" w="5658485">
                  <a:moveTo>
                    <a:pt x="0" y="0"/>
                  </a:moveTo>
                  <a:lnTo>
                    <a:pt x="5658485" y="0"/>
                  </a:lnTo>
                  <a:lnTo>
                    <a:pt x="565848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7471982" y="7429319"/>
            <a:ext cx="15116" cy="872099"/>
            <a:chOff x="0" y="0"/>
            <a:chExt cx="20155" cy="1162799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7486564" y="7414736"/>
            <a:ext cx="9916020" cy="15116"/>
            <a:chOff x="0" y="0"/>
            <a:chExt cx="13221360" cy="2015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3221336" cy="20193"/>
            </a:xfrm>
            <a:custGeom>
              <a:avLst/>
              <a:gdLst/>
              <a:ahLst/>
              <a:cxnLst/>
              <a:rect r="r" b="b" t="t" l="l"/>
              <a:pathLst>
                <a:path h="20193" w="13221336">
                  <a:moveTo>
                    <a:pt x="0" y="0"/>
                  </a:moveTo>
                  <a:lnTo>
                    <a:pt x="13221336" y="0"/>
                  </a:lnTo>
                  <a:lnTo>
                    <a:pt x="1322133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7387459" y="7429319"/>
            <a:ext cx="15116" cy="872099"/>
            <a:chOff x="0" y="0"/>
            <a:chExt cx="20155" cy="116279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0193" cy="1162812"/>
            </a:xfrm>
            <a:custGeom>
              <a:avLst/>
              <a:gdLst/>
              <a:ahLst/>
              <a:cxnLst/>
              <a:rect r="r" b="b" t="t" l="l"/>
              <a:pathLst>
                <a:path h="1162812" w="20193">
                  <a:moveTo>
                    <a:pt x="0" y="0"/>
                  </a:moveTo>
                  <a:lnTo>
                    <a:pt x="20193" y="0"/>
                  </a:lnTo>
                  <a:lnTo>
                    <a:pt x="20193" y="1162812"/>
                  </a:lnTo>
                  <a:lnTo>
                    <a:pt x="0" y="1162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885596" y="8286302"/>
            <a:ext cx="2358180" cy="15116"/>
            <a:chOff x="0" y="0"/>
            <a:chExt cx="3144241" cy="2015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144266" cy="20193"/>
            </a:xfrm>
            <a:custGeom>
              <a:avLst/>
              <a:gdLst/>
              <a:ahLst/>
              <a:cxnLst/>
              <a:rect r="r" b="b" t="t" l="l"/>
              <a:pathLst>
                <a:path h="20193" w="3144266">
                  <a:moveTo>
                    <a:pt x="0" y="0"/>
                  </a:moveTo>
                  <a:lnTo>
                    <a:pt x="3144266" y="0"/>
                  </a:lnTo>
                  <a:lnTo>
                    <a:pt x="314426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3243243" y="8286302"/>
            <a:ext cx="4243864" cy="15116"/>
            <a:chOff x="0" y="0"/>
            <a:chExt cx="5658485" cy="20155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658485" cy="20193"/>
            </a:xfrm>
            <a:custGeom>
              <a:avLst/>
              <a:gdLst/>
              <a:ahLst/>
              <a:cxnLst/>
              <a:rect r="r" b="b" t="t" l="l"/>
              <a:pathLst>
                <a:path h="20193" w="5658485">
                  <a:moveTo>
                    <a:pt x="0" y="0"/>
                  </a:moveTo>
                  <a:lnTo>
                    <a:pt x="5658485" y="0"/>
                  </a:lnTo>
                  <a:lnTo>
                    <a:pt x="565848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486564" y="8286302"/>
            <a:ext cx="9916020" cy="15116"/>
            <a:chOff x="0" y="0"/>
            <a:chExt cx="13221360" cy="2015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3221336" cy="20193"/>
            </a:xfrm>
            <a:custGeom>
              <a:avLst/>
              <a:gdLst/>
              <a:ahLst/>
              <a:cxnLst/>
              <a:rect r="r" b="b" t="t" l="l"/>
              <a:pathLst>
                <a:path h="20193" w="13221336">
                  <a:moveTo>
                    <a:pt x="0" y="0"/>
                  </a:moveTo>
                  <a:lnTo>
                    <a:pt x="13221336" y="0"/>
                  </a:lnTo>
                  <a:lnTo>
                    <a:pt x="13221336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TextBox 121" id="121"/>
          <p:cNvSpPr txBox="true"/>
          <p:nvPr/>
        </p:nvSpPr>
        <p:spPr>
          <a:xfrm rot="0">
            <a:off x="885596" y="2007375"/>
            <a:ext cx="12938398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지금까지가 확인한 범위이고, 그 바깥은 이렇게 남아 있습니다. </a:t>
            </a:r>
            <a:r>
              <a:rPr lang="en-US" b="true" sz="2370" spc="-1">
                <a:solidFill>
                  <a:srgbClr val="6B6B6B"/>
                </a:solidFill>
                <a:latin typeface="Arimo Bold"/>
                <a:ea typeface="Arimo Bold"/>
                <a:cs typeface="Arimo Bold"/>
                <a:sym typeface="Arimo Bold"/>
              </a:rPr>
              <a:t>해결하면 무엇이 달라지는지</a:t>
            </a: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까지 적었습니다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114558" y="2874616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무엇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3460318" y="2874616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지금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7706878" y="2874616"/>
            <a:ext cx="2305260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되면 무엇이 달라지나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114558" y="3486436"/>
            <a:ext cx="171342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점수가 사람 판단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114558" y="3772633"/>
            <a:ext cx="74195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과 맞나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3460318" y="3486436"/>
            <a:ext cx="3539700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안 쟀다 </a:t>
            </a: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— 우리 점수와 사람 평가를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3460318" y="3772633"/>
            <a:ext cx="171342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대조한 적이 없다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7706878" y="3486436"/>
            <a:ext cx="8750647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"점수 X 이상이면 사람도 맞다고 본다"</a:t>
            </a:r>
            <a:r>
              <a:rPr lang="en-US" sz="2025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는 기준이 서면, 점수가 곧 합격 기준이 되어 </a:t>
            </a:r>
          </a:p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검수 API 로 팔 수 있다 (X 는 사람 평가 데이터로 정한다)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114558" y="4357992"/>
            <a:ext cx="171342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다른 생성 모델에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114558" y="4643657"/>
            <a:ext cx="97037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서도 되나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3460318" y="4501096"/>
            <a:ext cx="2227497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모델 한 종에서만 쟀다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7706878" y="4501096"/>
            <a:ext cx="445446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앞단을 안 가리는 게 증명되면 확장이 열린다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114558" y="5229558"/>
            <a:ext cx="171342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처음 보는 그림체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3460318" y="5229558"/>
            <a:ext cx="286793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코퍼스 안 20종에서만 쟀다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7706878" y="5229558"/>
            <a:ext cx="4397216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고객이 자기 그림체를 등록하는 길이 열린다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114558" y="5815451"/>
            <a:ext cx="165617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한국어로 그림체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114558" y="6101115"/>
            <a:ext cx="45576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지정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3460318" y="5958554"/>
            <a:ext cx="3216783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영어의 1/3 (0.103 vs 0.333)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7706878" y="5958554"/>
            <a:ext cx="348515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국내 사용자가 영어를 안 써도 된다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114558" y="6687017"/>
            <a:ext cx="199907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도메인 판별기 · 안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114558" y="6972671"/>
            <a:ext cx="68472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전필터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3460318" y="6830111"/>
            <a:ext cx="3256740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각각 상한만 확인 / 확률적 거부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7706878" y="6830111"/>
            <a:ext cx="3654181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실패율이 내려가 재생성 비용이 준다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114558" y="7701677"/>
            <a:ext cx="1653483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톤(장르) 전달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3460318" y="7558573"/>
            <a:ext cx="3894477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대본과 그림까지 갈리는 건 확인. </a:t>
            </a:r>
          </a:p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재는 지표가 없다.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7706878" y="7701677"/>
            <a:ext cx="3939835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그림체처럼 톤도 점수로 보증할 수 있다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885596" y="8573233"/>
            <a:ext cx="13394160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확인한 만큼만 확인했다고 적는 것이 저희 팀 규칙입니다. </a:t>
            </a: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95% 구간이 0을 품으면 "올랐다"가 아니라 "아직 모른다"로 남깁니다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7317260" y="9862214"/>
            <a:ext cx="597779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14 / 17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5596" y="2098443"/>
            <a:ext cx="10940801" cy="7986598"/>
            <a:chOff x="0" y="0"/>
            <a:chExt cx="13543915" cy="98868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43914" cy="9886761"/>
            </a:xfrm>
            <a:custGeom>
              <a:avLst/>
              <a:gdLst/>
              <a:ahLst/>
              <a:cxnLst/>
              <a:rect r="r" b="b" t="t" l="l"/>
              <a:pathLst>
                <a:path h="9886761" w="13543914">
                  <a:moveTo>
                    <a:pt x="0" y="0"/>
                  </a:moveTo>
                  <a:lnTo>
                    <a:pt x="13543914" y="0"/>
                  </a:lnTo>
                  <a:lnTo>
                    <a:pt x="13543914" y="9886761"/>
                  </a:lnTo>
                  <a:lnTo>
                    <a:pt x="0" y="9886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9" t="0" r="-37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00016" y="2300402"/>
            <a:ext cx="5515023" cy="1128598"/>
          </a:xfrm>
          <a:custGeom>
            <a:avLst/>
            <a:gdLst/>
            <a:ahLst/>
            <a:cxnLst/>
            <a:rect r="r" b="b" t="t" l="l"/>
            <a:pathLst>
              <a:path h="1128598" w="5515023">
                <a:moveTo>
                  <a:pt x="0" y="0"/>
                </a:moveTo>
                <a:lnTo>
                  <a:pt x="5515023" y="0"/>
                </a:lnTo>
                <a:lnTo>
                  <a:pt x="5515023" y="1128598"/>
                </a:lnTo>
                <a:lnTo>
                  <a:pt x="0" y="1128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28436" y="2885761"/>
            <a:ext cx="1993135" cy="423130"/>
          </a:xfrm>
          <a:custGeom>
            <a:avLst/>
            <a:gdLst/>
            <a:ahLst/>
            <a:cxnLst/>
            <a:rect r="r" b="b" t="t" l="l"/>
            <a:pathLst>
              <a:path h="423130" w="1993135">
                <a:moveTo>
                  <a:pt x="0" y="0"/>
                </a:moveTo>
                <a:lnTo>
                  <a:pt x="1993134" y="0"/>
                </a:lnTo>
                <a:lnTo>
                  <a:pt x="1993134" y="423129"/>
                </a:lnTo>
                <a:lnTo>
                  <a:pt x="0" y="423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00016" y="3557521"/>
            <a:ext cx="5515023" cy="1128598"/>
          </a:xfrm>
          <a:custGeom>
            <a:avLst/>
            <a:gdLst/>
            <a:ahLst/>
            <a:cxnLst/>
            <a:rect r="r" b="b" t="t" l="l"/>
            <a:pathLst>
              <a:path h="1128598" w="5515023">
                <a:moveTo>
                  <a:pt x="0" y="0"/>
                </a:moveTo>
                <a:lnTo>
                  <a:pt x="5515023" y="0"/>
                </a:lnTo>
                <a:lnTo>
                  <a:pt x="5515023" y="1128598"/>
                </a:lnTo>
                <a:lnTo>
                  <a:pt x="0" y="11285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28436" y="4142880"/>
            <a:ext cx="2115179" cy="358016"/>
          </a:xfrm>
          <a:custGeom>
            <a:avLst/>
            <a:gdLst/>
            <a:ahLst/>
            <a:cxnLst/>
            <a:rect r="r" b="b" t="t" l="l"/>
            <a:pathLst>
              <a:path h="358016" w="2115179">
                <a:moveTo>
                  <a:pt x="0" y="0"/>
                </a:moveTo>
                <a:lnTo>
                  <a:pt x="2115178" y="0"/>
                </a:lnTo>
                <a:lnTo>
                  <a:pt x="2115178" y="358016"/>
                </a:lnTo>
                <a:lnTo>
                  <a:pt x="0" y="3580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14056" y="4828680"/>
            <a:ext cx="5486943" cy="1101061"/>
          </a:xfrm>
          <a:custGeom>
            <a:avLst/>
            <a:gdLst/>
            <a:ahLst/>
            <a:cxnLst/>
            <a:rect r="r" b="b" t="t" l="l"/>
            <a:pathLst>
              <a:path h="1101061" w="5486943">
                <a:moveTo>
                  <a:pt x="0" y="0"/>
                </a:moveTo>
                <a:lnTo>
                  <a:pt x="5486943" y="0"/>
                </a:lnTo>
                <a:lnTo>
                  <a:pt x="5486943" y="1101061"/>
                </a:lnTo>
                <a:lnTo>
                  <a:pt x="0" y="11010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00016" y="4814640"/>
            <a:ext cx="5515023" cy="1129141"/>
          </a:xfrm>
          <a:custGeom>
            <a:avLst/>
            <a:gdLst/>
            <a:ahLst/>
            <a:cxnLst/>
            <a:rect r="r" b="b" t="t" l="l"/>
            <a:pathLst>
              <a:path h="1129141" w="5515023">
                <a:moveTo>
                  <a:pt x="0" y="0"/>
                </a:moveTo>
                <a:lnTo>
                  <a:pt x="5515023" y="0"/>
                </a:lnTo>
                <a:lnTo>
                  <a:pt x="5515023" y="1129141"/>
                </a:lnTo>
                <a:lnTo>
                  <a:pt x="0" y="11291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28436" y="5400542"/>
            <a:ext cx="2115179" cy="357483"/>
          </a:xfrm>
          <a:custGeom>
            <a:avLst/>
            <a:gdLst/>
            <a:ahLst/>
            <a:cxnLst/>
            <a:rect r="r" b="b" t="t" l="l"/>
            <a:pathLst>
              <a:path h="357483" w="2115179">
                <a:moveTo>
                  <a:pt x="0" y="0"/>
                </a:moveTo>
                <a:lnTo>
                  <a:pt x="2115178" y="0"/>
                </a:lnTo>
                <a:lnTo>
                  <a:pt x="2115178" y="357482"/>
                </a:lnTo>
                <a:lnTo>
                  <a:pt x="0" y="35748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5596" y="633813"/>
            <a:ext cx="6767817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데모 — 실제로 도는 화면입니다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5596" y="1635852"/>
            <a:ext cx="10201685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같은 이야기("나그네가 노인을 만나 마을로 간다")로 그림체만 바꿔 세 번 돌렸습니다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25197" y="2474471"/>
            <a:ext cx="133488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① 인상주의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96899" y="2501132"/>
            <a:ext cx="1902962" cy="28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— 4컷 중 3컷 일치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10954" y="2927728"/>
            <a:ext cx="178221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Retriever 점수 높음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25197" y="3731600"/>
            <a:ext cx="849963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② 벡터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13057" y="3758794"/>
            <a:ext cx="2296077" cy="28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— 요청과 결과가 다르다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10954" y="4184847"/>
            <a:ext cx="1810617" cy="26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Retriever 가 잡아냄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25197" y="4988719"/>
            <a:ext cx="1092422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③ 수묵화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54973" y="5015913"/>
            <a:ext cx="2499655" cy="28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— </a:t>
            </a:r>
            <a:r>
              <a:rPr lang="en-US" b="true" sz="1800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눈엔 그럴듯한데</a:t>
            </a:r>
            <a:r>
              <a:rPr lang="en-US" sz="1800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 다르다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10954" y="5442509"/>
            <a:ext cx="1810617" cy="26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Retriever 가 잡아냄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40462" y="8761144"/>
            <a:ext cx="6067585" cy="74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sz="2434" b="true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생성이 요청을 따라온 건 셋 중 하나입니다. </a:t>
            </a:r>
          </a:p>
          <a:p>
            <a:pPr algn="l">
              <a:lnSpc>
                <a:spcPts val="2921"/>
              </a:lnSpc>
            </a:pPr>
            <a:r>
              <a:rPr lang="en-US" b="true" sz="2434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그 차이를 </a:t>
            </a:r>
            <a:r>
              <a:rPr lang="en-US" b="true" sz="2434" spc="-1">
                <a:solidFill>
                  <a:srgbClr val="C0392B"/>
                </a:solidFill>
                <a:latin typeface="Arimo Bold"/>
                <a:ea typeface="Arimo Bold"/>
                <a:cs typeface="Arimo Bold"/>
                <a:sym typeface="Arimo Bold"/>
              </a:rPr>
              <a:t>사람 눈이 아니라 숫자가 갈랐습니다.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317260" y="9862214"/>
            <a:ext cx="597779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15 / 17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9636" y="2542861"/>
            <a:ext cx="1858137" cy="929345"/>
            <a:chOff x="0" y="0"/>
            <a:chExt cx="2477516" cy="1239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7516" cy="1239139"/>
            </a:xfrm>
            <a:custGeom>
              <a:avLst/>
              <a:gdLst/>
              <a:ahLst/>
              <a:cxnLst/>
              <a:rect r="r" b="b" t="t" l="l"/>
              <a:pathLst>
                <a:path h="1239139" w="2477516">
                  <a:moveTo>
                    <a:pt x="0" y="0"/>
                  </a:moveTo>
                  <a:lnTo>
                    <a:pt x="2477516" y="0"/>
                  </a:lnTo>
                  <a:lnTo>
                    <a:pt x="2477516" y="1239139"/>
                  </a:lnTo>
                  <a:lnTo>
                    <a:pt x="0" y="1239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57240" y="2542861"/>
            <a:ext cx="12930845" cy="929345"/>
            <a:chOff x="0" y="0"/>
            <a:chExt cx="17241126" cy="1239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41138" cy="1239139"/>
            </a:xfrm>
            <a:custGeom>
              <a:avLst/>
              <a:gdLst/>
              <a:ahLst/>
              <a:cxnLst/>
              <a:rect r="r" b="b" t="t" l="l"/>
              <a:pathLst>
                <a:path h="1239139" w="17241138">
                  <a:moveTo>
                    <a:pt x="0" y="0"/>
                  </a:moveTo>
                  <a:lnTo>
                    <a:pt x="17241138" y="0"/>
                  </a:lnTo>
                  <a:lnTo>
                    <a:pt x="17241138" y="1239139"/>
                  </a:lnTo>
                  <a:lnTo>
                    <a:pt x="0" y="1239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687542" y="2542861"/>
            <a:ext cx="1715043" cy="929345"/>
            <a:chOff x="0" y="0"/>
            <a:chExt cx="2286724" cy="12391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762" cy="1239139"/>
            </a:xfrm>
            <a:custGeom>
              <a:avLst/>
              <a:gdLst/>
              <a:ahLst/>
              <a:cxnLst/>
              <a:rect r="r" b="b" t="t" l="l"/>
              <a:pathLst>
                <a:path h="1239139" w="2286762">
                  <a:moveTo>
                    <a:pt x="0" y="0"/>
                  </a:moveTo>
                  <a:lnTo>
                    <a:pt x="2286762" y="0"/>
                  </a:lnTo>
                  <a:lnTo>
                    <a:pt x="2286762" y="1239139"/>
                  </a:lnTo>
                  <a:lnTo>
                    <a:pt x="0" y="1239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5596" y="2528821"/>
            <a:ext cx="14583" cy="943385"/>
            <a:chOff x="0" y="0"/>
            <a:chExt cx="19444" cy="1257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31" cy="1257808"/>
            </a:xfrm>
            <a:custGeom>
              <a:avLst/>
              <a:gdLst/>
              <a:ahLst/>
              <a:cxnLst/>
              <a:rect r="r" b="b" t="t" l="l"/>
              <a:pathLst>
                <a:path h="1257808" w="19431">
                  <a:moveTo>
                    <a:pt x="0" y="0"/>
                  </a:moveTo>
                  <a:lnTo>
                    <a:pt x="19431" y="0"/>
                  </a:lnTo>
                  <a:lnTo>
                    <a:pt x="19431" y="1257808"/>
                  </a:lnTo>
                  <a:lnTo>
                    <a:pt x="0" y="1257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5596" y="2528821"/>
            <a:ext cx="1872177" cy="14583"/>
            <a:chOff x="0" y="0"/>
            <a:chExt cx="2496236" cy="194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96185" cy="19431"/>
            </a:xfrm>
            <a:custGeom>
              <a:avLst/>
              <a:gdLst/>
              <a:ahLst/>
              <a:cxnLst/>
              <a:rect r="r" b="b" t="t" l="l"/>
              <a:pathLst>
                <a:path h="19431" w="2496185">
                  <a:moveTo>
                    <a:pt x="0" y="0"/>
                  </a:moveTo>
                  <a:lnTo>
                    <a:pt x="2496185" y="0"/>
                  </a:lnTo>
                  <a:lnTo>
                    <a:pt x="2496185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742657" y="2528821"/>
            <a:ext cx="15116" cy="943385"/>
            <a:chOff x="0" y="0"/>
            <a:chExt cx="20155" cy="12578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93" cy="1257808"/>
            </a:xfrm>
            <a:custGeom>
              <a:avLst/>
              <a:gdLst/>
              <a:ahLst/>
              <a:cxnLst/>
              <a:rect r="r" b="b" t="t" l="l"/>
              <a:pathLst>
                <a:path h="1257808" w="20193">
                  <a:moveTo>
                    <a:pt x="0" y="0"/>
                  </a:moveTo>
                  <a:lnTo>
                    <a:pt x="20193" y="0"/>
                  </a:lnTo>
                  <a:lnTo>
                    <a:pt x="20193" y="1257808"/>
                  </a:lnTo>
                  <a:lnTo>
                    <a:pt x="0" y="1257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57240" y="2528821"/>
            <a:ext cx="12930845" cy="14583"/>
            <a:chOff x="0" y="0"/>
            <a:chExt cx="17241126" cy="194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241138" cy="19431"/>
            </a:xfrm>
            <a:custGeom>
              <a:avLst/>
              <a:gdLst/>
              <a:ahLst/>
              <a:cxnLst/>
              <a:rect r="r" b="b" t="t" l="l"/>
              <a:pathLst>
                <a:path h="19431" w="17241138">
                  <a:moveTo>
                    <a:pt x="0" y="0"/>
                  </a:moveTo>
                  <a:lnTo>
                    <a:pt x="17241138" y="0"/>
                  </a:lnTo>
                  <a:lnTo>
                    <a:pt x="1724113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672959" y="2528821"/>
            <a:ext cx="15116" cy="943385"/>
            <a:chOff x="0" y="0"/>
            <a:chExt cx="20155" cy="12578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93" cy="1257808"/>
            </a:xfrm>
            <a:custGeom>
              <a:avLst/>
              <a:gdLst/>
              <a:ahLst/>
              <a:cxnLst/>
              <a:rect r="r" b="b" t="t" l="l"/>
              <a:pathLst>
                <a:path h="1257808" w="20193">
                  <a:moveTo>
                    <a:pt x="0" y="0"/>
                  </a:moveTo>
                  <a:lnTo>
                    <a:pt x="20193" y="0"/>
                  </a:lnTo>
                  <a:lnTo>
                    <a:pt x="20193" y="1257808"/>
                  </a:lnTo>
                  <a:lnTo>
                    <a:pt x="0" y="1257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687542" y="2528821"/>
            <a:ext cx="1715043" cy="14583"/>
            <a:chOff x="0" y="0"/>
            <a:chExt cx="2286724" cy="194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6762" cy="19431"/>
            </a:xfrm>
            <a:custGeom>
              <a:avLst/>
              <a:gdLst/>
              <a:ahLst/>
              <a:cxnLst/>
              <a:rect r="r" b="b" t="t" l="l"/>
              <a:pathLst>
                <a:path h="19431" w="2286762">
                  <a:moveTo>
                    <a:pt x="0" y="0"/>
                  </a:moveTo>
                  <a:lnTo>
                    <a:pt x="2286762" y="0"/>
                  </a:lnTo>
                  <a:lnTo>
                    <a:pt x="22867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387459" y="2528821"/>
            <a:ext cx="15116" cy="943385"/>
            <a:chOff x="0" y="0"/>
            <a:chExt cx="20155" cy="12578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93" cy="1257808"/>
            </a:xfrm>
            <a:custGeom>
              <a:avLst/>
              <a:gdLst/>
              <a:ahLst/>
              <a:cxnLst/>
              <a:rect r="r" b="b" t="t" l="l"/>
              <a:pathLst>
                <a:path h="1257808" w="20193">
                  <a:moveTo>
                    <a:pt x="0" y="0"/>
                  </a:moveTo>
                  <a:lnTo>
                    <a:pt x="20193" y="0"/>
                  </a:lnTo>
                  <a:lnTo>
                    <a:pt x="20193" y="1257808"/>
                  </a:lnTo>
                  <a:lnTo>
                    <a:pt x="0" y="1257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85596" y="3471662"/>
            <a:ext cx="14583" cy="714956"/>
            <a:chOff x="0" y="0"/>
            <a:chExt cx="19444" cy="953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431" cy="953262"/>
            </a:xfrm>
            <a:custGeom>
              <a:avLst/>
              <a:gdLst/>
              <a:ahLst/>
              <a:cxnLst/>
              <a:rect r="r" b="b" t="t" l="l"/>
              <a:pathLst>
                <a:path h="953262" w="19431">
                  <a:moveTo>
                    <a:pt x="0" y="0"/>
                  </a:moveTo>
                  <a:lnTo>
                    <a:pt x="19431" y="0"/>
                  </a:lnTo>
                  <a:lnTo>
                    <a:pt x="19431" y="953262"/>
                  </a:lnTo>
                  <a:lnTo>
                    <a:pt x="0" y="953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85596" y="3457080"/>
            <a:ext cx="1872177" cy="15116"/>
            <a:chOff x="0" y="0"/>
            <a:chExt cx="2496236" cy="201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96185" cy="20193"/>
            </a:xfrm>
            <a:custGeom>
              <a:avLst/>
              <a:gdLst/>
              <a:ahLst/>
              <a:cxnLst/>
              <a:rect r="r" b="b" t="t" l="l"/>
              <a:pathLst>
                <a:path h="20193" w="2496185">
                  <a:moveTo>
                    <a:pt x="0" y="0"/>
                  </a:moveTo>
                  <a:lnTo>
                    <a:pt x="2496185" y="0"/>
                  </a:lnTo>
                  <a:lnTo>
                    <a:pt x="249618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742657" y="3471662"/>
            <a:ext cx="15116" cy="714956"/>
            <a:chOff x="0" y="0"/>
            <a:chExt cx="20155" cy="9532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93" cy="953262"/>
            </a:xfrm>
            <a:custGeom>
              <a:avLst/>
              <a:gdLst/>
              <a:ahLst/>
              <a:cxnLst/>
              <a:rect r="r" b="b" t="t" l="l"/>
              <a:pathLst>
                <a:path h="953262" w="20193">
                  <a:moveTo>
                    <a:pt x="0" y="0"/>
                  </a:moveTo>
                  <a:lnTo>
                    <a:pt x="20193" y="0"/>
                  </a:lnTo>
                  <a:lnTo>
                    <a:pt x="20193" y="953262"/>
                  </a:lnTo>
                  <a:lnTo>
                    <a:pt x="0" y="953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757240" y="3457080"/>
            <a:ext cx="12930845" cy="15116"/>
            <a:chOff x="0" y="0"/>
            <a:chExt cx="17241126" cy="2015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241138" cy="20193"/>
            </a:xfrm>
            <a:custGeom>
              <a:avLst/>
              <a:gdLst/>
              <a:ahLst/>
              <a:cxnLst/>
              <a:rect r="r" b="b" t="t" l="l"/>
              <a:pathLst>
                <a:path h="20193" w="17241138">
                  <a:moveTo>
                    <a:pt x="0" y="0"/>
                  </a:moveTo>
                  <a:lnTo>
                    <a:pt x="17241138" y="0"/>
                  </a:lnTo>
                  <a:lnTo>
                    <a:pt x="1724113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672959" y="3471662"/>
            <a:ext cx="15116" cy="714956"/>
            <a:chOff x="0" y="0"/>
            <a:chExt cx="20155" cy="9532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193" cy="953262"/>
            </a:xfrm>
            <a:custGeom>
              <a:avLst/>
              <a:gdLst/>
              <a:ahLst/>
              <a:cxnLst/>
              <a:rect r="r" b="b" t="t" l="l"/>
              <a:pathLst>
                <a:path h="953262" w="20193">
                  <a:moveTo>
                    <a:pt x="0" y="0"/>
                  </a:moveTo>
                  <a:lnTo>
                    <a:pt x="20193" y="0"/>
                  </a:lnTo>
                  <a:lnTo>
                    <a:pt x="20193" y="953262"/>
                  </a:lnTo>
                  <a:lnTo>
                    <a:pt x="0" y="953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687542" y="3457080"/>
            <a:ext cx="1715043" cy="15116"/>
            <a:chOff x="0" y="0"/>
            <a:chExt cx="2286724" cy="201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86762" cy="20193"/>
            </a:xfrm>
            <a:custGeom>
              <a:avLst/>
              <a:gdLst/>
              <a:ahLst/>
              <a:cxnLst/>
              <a:rect r="r" b="b" t="t" l="l"/>
              <a:pathLst>
                <a:path h="20193" w="2286762">
                  <a:moveTo>
                    <a:pt x="0" y="0"/>
                  </a:moveTo>
                  <a:lnTo>
                    <a:pt x="2286762" y="0"/>
                  </a:lnTo>
                  <a:lnTo>
                    <a:pt x="228676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387459" y="3471662"/>
            <a:ext cx="15116" cy="714956"/>
            <a:chOff x="0" y="0"/>
            <a:chExt cx="20155" cy="9532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193" cy="953262"/>
            </a:xfrm>
            <a:custGeom>
              <a:avLst/>
              <a:gdLst/>
              <a:ahLst/>
              <a:cxnLst/>
              <a:rect r="r" b="b" t="t" l="l"/>
              <a:pathLst>
                <a:path h="953262" w="20193">
                  <a:moveTo>
                    <a:pt x="0" y="0"/>
                  </a:moveTo>
                  <a:lnTo>
                    <a:pt x="20193" y="0"/>
                  </a:lnTo>
                  <a:lnTo>
                    <a:pt x="20193" y="953262"/>
                  </a:lnTo>
                  <a:lnTo>
                    <a:pt x="0" y="953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85596" y="4186076"/>
            <a:ext cx="14583" cy="615058"/>
            <a:chOff x="0" y="0"/>
            <a:chExt cx="19444" cy="82007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431" cy="820039"/>
            </a:xfrm>
            <a:custGeom>
              <a:avLst/>
              <a:gdLst/>
              <a:ahLst/>
              <a:cxnLst/>
              <a:rect r="r" b="b" t="t" l="l"/>
              <a:pathLst>
                <a:path h="820039" w="19431">
                  <a:moveTo>
                    <a:pt x="0" y="0"/>
                  </a:moveTo>
                  <a:lnTo>
                    <a:pt x="19431" y="0"/>
                  </a:lnTo>
                  <a:lnTo>
                    <a:pt x="19431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85596" y="4171502"/>
            <a:ext cx="1872177" cy="15116"/>
            <a:chOff x="0" y="0"/>
            <a:chExt cx="2496236" cy="201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96185" cy="20193"/>
            </a:xfrm>
            <a:custGeom>
              <a:avLst/>
              <a:gdLst/>
              <a:ahLst/>
              <a:cxnLst/>
              <a:rect r="r" b="b" t="t" l="l"/>
              <a:pathLst>
                <a:path h="20193" w="2496185">
                  <a:moveTo>
                    <a:pt x="0" y="0"/>
                  </a:moveTo>
                  <a:lnTo>
                    <a:pt x="2496185" y="0"/>
                  </a:lnTo>
                  <a:lnTo>
                    <a:pt x="249618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742657" y="4186076"/>
            <a:ext cx="15116" cy="615058"/>
            <a:chOff x="0" y="0"/>
            <a:chExt cx="20155" cy="82007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193" cy="820039"/>
            </a:xfrm>
            <a:custGeom>
              <a:avLst/>
              <a:gdLst/>
              <a:ahLst/>
              <a:cxnLst/>
              <a:rect r="r" b="b" t="t" l="l"/>
              <a:pathLst>
                <a:path h="820039" w="20193">
                  <a:moveTo>
                    <a:pt x="0" y="0"/>
                  </a:moveTo>
                  <a:lnTo>
                    <a:pt x="20193" y="0"/>
                  </a:lnTo>
                  <a:lnTo>
                    <a:pt x="201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757240" y="4171502"/>
            <a:ext cx="12930845" cy="15116"/>
            <a:chOff x="0" y="0"/>
            <a:chExt cx="17241126" cy="201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241138" cy="20193"/>
            </a:xfrm>
            <a:custGeom>
              <a:avLst/>
              <a:gdLst/>
              <a:ahLst/>
              <a:cxnLst/>
              <a:rect r="r" b="b" t="t" l="l"/>
              <a:pathLst>
                <a:path h="20193" w="17241138">
                  <a:moveTo>
                    <a:pt x="0" y="0"/>
                  </a:moveTo>
                  <a:lnTo>
                    <a:pt x="17241138" y="0"/>
                  </a:lnTo>
                  <a:lnTo>
                    <a:pt x="1724113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672959" y="4186076"/>
            <a:ext cx="15116" cy="615058"/>
            <a:chOff x="0" y="0"/>
            <a:chExt cx="20155" cy="82007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193" cy="820039"/>
            </a:xfrm>
            <a:custGeom>
              <a:avLst/>
              <a:gdLst/>
              <a:ahLst/>
              <a:cxnLst/>
              <a:rect r="r" b="b" t="t" l="l"/>
              <a:pathLst>
                <a:path h="820039" w="20193">
                  <a:moveTo>
                    <a:pt x="0" y="0"/>
                  </a:moveTo>
                  <a:lnTo>
                    <a:pt x="20193" y="0"/>
                  </a:lnTo>
                  <a:lnTo>
                    <a:pt x="201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687542" y="4171502"/>
            <a:ext cx="1715043" cy="15116"/>
            <a:chOff x="0" y="0"/>
            <a:chExt cx="2286724" cy="2015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86762" cy="20193"/>
            </a:xfrm>
            <a:custGeom>
              <a:avLst/>
              <a:gdLst/>
              <a:ahLst/>
              <a:cxnLst/>
              <a:rect r="r" b="b" t="t" l="l"/>
              <a:pathLst>
                <a:path h="20193" w="2286762">
                  <a:moveTo>
                    <a:pt x="0" y="0"/>
                  </a:moveTo>
                  <a:lnTo>
                    <a:pt x="2286762" y="0"/>
                  </a:lnTo>
                  <a:lnTo>
                    <a:pt x="228676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7387459" y="4186076"/>
            <a:ext cx="15116" cy="615058"/>
            <a:chOff x="0" y="0"/>
            <a:chExt cx="20155" cy="82007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193" cy="820039"/>
            </a:xfrm>
            <a:custGeom>
              <a:avLst/>
              <a:gdLst/>
              <a:ahLst/>
              <a:cxnLst/>
              <a:rect r="r" b="b" t="t" l="l"/>
              <a:pathLst>
                <a:path h="820039" w="20193">
                  <a:moveTo>
                    <a:pt x="0" y="0"/>
                  </a:moveTo>
                  <a:lnTo>
                    <a:pt x="20193" y="0"/>
                  </a:lnTo>
                  <a:lnTo>
                    <a:pt x="201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85596" y="4800600"/>
            <a:ext cx="14583" cy="614524"/>
            <a:chOff x="0" y="0"/>
            <a:chExt cx="19444" cy="81936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431" cy="819404"/>
            </a:xfrm>
            <a:custGeom>
              <a:avLst/>
              <a:gdLst/>
              <a:ahLst/>
              <a:cxnLst/>
              <a:rect r="r" b="b" t="t" l="l"/>
              <a:pathLst>
                <a:path h="819404" w="19431">
                  <a:moveTo>
                    <a:pt x="0" y="0"/>
                  </a:moveTo>
                  <a:lnTo>
                    <a:pt x="19431" y="0"/>
                  </a:lnTo>
                  <a:lnTo>
                    <a:pt x="19431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85596" y="4786017"/>
            <a:ext cx="1872177" cy="15116"/>
            <a:chOff x="0" y="0"/>
            <a:chExt cx="2496236" cy="2015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96185" cy="20193"/>
            </a:xfrm>
            <a:custGeom>
              <a:avLst/>
              <a:gdLst/>
              <a:ahLst/>
              <a:cxnLst/>
              <a:rect r="r" b="b" t="t" l="l"/>
              <a:pathLst>
                <a:path h="20193" w="2496185">
                  <a:moveTo>
                    <a:pt x="0" y="0"/>
                  </a:moveTo>
                  <a:lnTo>
                    <a:pt x="2496185" y="0"/>
                  </a:lnTo>
                  <a:lnTo>
                    <a:pt x="249618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742657" y="4800600"/>
            <a:ext cx="15116" cy="614524"/>
            <a:chOff x="0" y="0"/>
            <a:chExt cx="20155" cy="81936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193" cy="819404"/>
            </a:xfrm>
            <a:custGeom>
              <a:avLst/>
              <a:gdLst/>
              <a:ahLst/>
              <a:cxnLst/>
              <a:rect r="r" b="b" t="t" l="l"/>
              <a:pathLst>
                <a:path h="819404" w="20193">
                  <a:moveTo>
                    <a:pt x="0" y="0"/>
                  </a:moveTo>
                  <a:lnTo>
                    <a:pt x="20193" y="0"/>
                  </a:lnTo>
                  <a:lnTo>
                    <a:pt x="20193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2757240" y="4786017"/>
            <a:ext cx="12930845" cy="15116"/>
            <a:chOff x="0" y="0"/>
            <a:chExt cx="17241126" cy="2015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241138" cy="20193"/>
            </a:xfrm>
            <a:custGeom>
              <a:avLst/>
              <a:gdLst/>
              <a:ahLst/>
              <a:cxnLst/>
              <a:rect r="r" b="b" t="t" l="l"/>
              <a:pathLst>
                <a:path h="20193" w="17241138">
                  <a:moveTo>
                    <a:pt x="0" y="0"/>
                  </a:moveTo>
                  <a:lnTo>
                    <a:pt x="17241138" y="0"/>
                  </a:lnTo>
                  <a:lnTo>
                    <a:pt x="1724113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5672959" y="4800600"/>
            <a:ext cx="15116" cy="614524"/>
            <a:chOff x="0" y="0"/>
            <a:chExt cx="20155" cy="81936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193" cy="819404"/>
            </a:xfrm>
            <a:custGeom>
              <a:avLst/>
              <a:gdLst/>
              <a:ahLst/>
              <a:cxnLst/>
              <a:rect r="r" b="b" t="t" l="l"/>
              <a:pathLst>
                <a:path h="819404" w="20193">
                  <a:moveTo>
                    <a:pt x="0" y="0"/>
                  </a:moveTo>
                  <a:lnTo>
                    <a:pt x="20193" y="0"/>
                  </a:lnTo>
                  <a:lnTo>
                    <a:pt x="20193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5687542" y="4786017"/>
            <a:ext cx="1715043" cy="15116"/>
            <a:chOff x="0" y="0"/>
            <a:chExt cx="2286724" cy="2015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86762" cy="20193"/>
            </a:xfrm>
            <a:custGeom>
              <a:avLst/>
              <a:gdLst/>
              <a:ahLst/>
              <a:cxnLst/>
              <a:rect r="r" b="b" t="t" l="l"/>
              <a:pathLst>
                <a:path h="20193" w="2286762">
                  <a:moveTo>
                    <a:pt x="0" y="0"/>
                  </a:moveTo>
                  <a:lnTo>
                    <a:pt x="2286762" y="0"/>
                  </a:lnTo>
                  <a:lnTo>
                    <a:pt x="228676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7387459" y="4800600"/>
            <a:ext cx="15116" cy="614524"/>
            <a:chOff x="0" y="0"/>
            <a:chExt cx="20155" cy="81936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193" cy="819404"/>
            </a:xfrm>
            <a:custGeom>
              <a:avLst/>
              <a:gdLst/>
              <a:ahLst/>
              <a:cxnLst/>
              <a:rect r="r" b="b" t="t" l="l"/>
              <a:pathLst>
                <a:path h="819404" w="20193">
                  <a:moveTo>
                    <a:pt x="0" y="0"/>
                  </a:moveTo>
                  <a:lnTo>
                    <a:pt x="20193" y="0"/>
                  </a:lnTo>
                  <a:lnTo>
                    <a:pt x="20193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85596" y="5414582"/>
            <a:ext cx="14583" cy="615058"/>
            <a:chOff x="0" y="0"/>
            <a:chExt cx="19444" cy="82007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431" cy="820039"/>
            </a:xfrm>
            <a:custGeom>
              <a:avLst/>
              <a:gdLst/>
              <a:ahLst/>
              <a:cxnLst/>
              <a:rect r="r" b="b" t="t" l="l"/>
              <a:pathLst>
                <a:path h="820039" w="19431">
                  <a:moveTo>
                    <a:pt x="0" y="0"/>
                  </a:moveTo>
                  <a:lnTo>
                    <a:pt x="19431" y="0"/>
                  </a:lnTo>
                  <a:lnTo>
                    <a:pt x="19431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85596" y="5400542"/>
            <a:ext cx="1872177" cy="14583"/>
            <a:chOff x="0" y="0"/>
            <a:chExt cx="2496236" cy="1944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96185" cy="19431"/>
            </a:xfrm>
            <a:custGeom>
              <a:avLst/>
              <a:gdLst/>
              <a:ahLst/>
              <a:cxnLst/>
              <a:rect r="r" b="b" t="t" l="l"/>
              <a:pathLst>
                <a:path h="19431" w="2496185">
                  <a:moveTo>
                    <a:pt x="0" y="0"/>
                  </a:moveTo>
                  <a:lnTo>
                    <a:pt x="2496185" y="0"/>
                  </a:lnTo>
                  <a:lnTo>
                    <a:pt x="2496185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742657" y="5414582"/>
            <a:ext cx="15116" cy="615058"/>
            <a:chOff x="0" y="0"/>
            <a:chExt cx="20155" cy="82007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193" cy="820039"/>
            </a:xfrm>
            <a:custGeom>
              <a:avLst/>
              <a:gdLst/>
              <a:ahLst/>
              <a:cxnLst/>
              <a:rect r="r" b="b" t="t" l="l"/>
              <a:pathLst>
                <a:path h="820039" w="20193">
                  <a:moveTo>
                    <a:pt x="0" y="0"/>
                  </a:moveTo>
                  <a:lnTo>
                    <a:pt x="20193" y="0"/>
                  </a:lnTo>
                  <a:lnTo>
                    <a:pt x="201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2757240" y="5400542"/>
            <a:ext cx="12930845" cy="14583"/>
            <a:chOff x="0" y="0"/>
            <a:chExt cx="17241126" cy="1944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7241138" cy="19431"/>
            </a:xfrm>
            <a:custGeom>
              <a:avLst/>
              <a:gdLst/>
              <a:ahLst/>
              <a:cxnLst/>
              <a:rect r="r" b="b" t="t" l="l"/>
              <a:pathLst>
                <a:path h="19431" w="17241138">
                  <a:moveTo>
                    <a:pt x="0" y="0"/>
                  </a:moveTo>
                  <a:lnTo>
                    <a:pt x="17241138" y="0"/>
                  </a:lnTo>
                  <a:lnTo>
                    <a:pt x="1724113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5672959" y="5414582"/>
            <a:ext cx="15116" cy="615058"/>
            <a:chOff x="0" y="0"/>
            <a:chExt cx="20155" cy="82007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193" cy="820039"/>
            </a:xfrm>
            <a:custGeom>
              <a:avLst/>
              <a:gdLst/>
              <a:ahLst/>
              <a:cxnLst/>
              <a:rect r="r" b="b" t="t" l="l"/>
              <a:pathLst>
                <a:path h="820039" w="20193">
                  <a:moveTo>
                    <a:pt x="0" y="0"/>
                  </a:moveTo>
                  <a:lnTo>
                    <a:pt x="20193" y="0"/>
                  </a:lnTo>
                  <a:lnTo>
                    <a:pt x="201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5687542" y="5400542"/>
            <a:ext cx="1715043" cy="14583"/>
            <a:chOff x="0" y="0"/>
            <a:chExt cx="2286724" cy="1944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86762" cy="19431"/>
            </a:xfrm>
            <a:custGeom>
              <a:avLst/>
              <a:gdLst/>
              <a:ahLst/>
              <a:cxnLst/>
              <a:rect r="r" b="b" t="t" l="l"/>
              <a:pathLst>
                <a:path h="19431" w="2286762">
                  <a:moveTo>
                    <a:pt x="0" y="0"/>
                  </a:moveTo>
                  <a:lnTo>
                    <a:pt x="2286762" y="0"/>
                  </a:lnTo>
                  <a:lnTo>
                    <a:pt x="22867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7387459" y="5414582"/>
            <a:ext cx="15116" cy="615058"/>
            <a:chOff x="0" y="0"/>
            <a:chExt cx="20155" cy="82007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193" cy="820039"/>
            </a:xfrm>
            <a:custGeom>
              <a:avLst/>
              <a:gdLst/>
              <a:ahLst/>
              <a:cxnLst/>
              <a:rect r="r" b="b" t="t" l="l"/>
              <a:pathLst>
                <a:path h="820039" w="20193">
                  <a:moveTo>
                    <a:pt x="0" y="0"/>
                  </a:moveTo>
                  <a:lnTo>
                    <a:pt x="20193" y="0"/>
                  </a:lnTo>
                  <a:lnTo>
                    <a:pt x="201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85596" y="6029096"/>
            <a:ext cx="14583" cy="615058"/>
            <a:chOff x="0" y="0"/>
            <a:chExt cx="19444" cy="8200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9431" cy="820039"/>
            </a:xfrm>
            <a:custGeom>
              <a:avLst/>
              <a:gdLst/>
              <a:ahLst/>
              <a:cxnLst/>
              <a:rect r="r" b="b" t="t" l="l"/>
              <a:pathLst>
                <a:path h="820039" w="19431">
                  <a:moveTo>
                    <a:pt x="0" y="0"/>
                  </a:moveTo>
                  <a:lnTo>
                    <a:pt x="19431" y="0"/>
                  </a:lnTo>
                  <a:lnTo>
                    <a:pt x="19431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85596" y="6014523"/>
            <a:ext cx="1872177" cy="15116"/>
            <a:chOff x="0" y="0"/>
            <a:chExt cx="2496236" cy="2015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496185" cy="20193"/>
            </a:xfrm>
            <a:custGeom>
              <a:avLst/>
              <a:gdLst/>
              <a:ahLst/>
              <a:cxnLst/>
              <a:rect r="r" b="b" t="t" l="l"/>
              <a:pathLst>
                <a:path h="20193" w="2496185">
                  <a:moveTo>
                    <a:pt x="0" y="0"/>
                  </a:moveTo>
                  <a:lnTo>
                    <a:pt x="2496185" y="0"/>
                  </a:lnTo>
                  <a:lnTo>
                    <a:pt x="249618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2742657" y="6029096"/>
            <a:ext cx="15116" cy="615058"/>
            <a:chOff x="0" y="0"/>
            <a:chExt cx="20155" cy="82007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193" cy="820039"/>
            </a:xfrm>
            <a:custGeom>
              <a:avLst/>
              <a:gdLst/>
              <a:ahLst/>
              <a:cxnLst/>
              <a:rect r="r" b="b" t="t" l="l"/>
              <a:pathLst>
                <a:path h="820039" w="20193">
                  <a:moveTo>
                    <a:pt x="0" y="0"/>
                  </a:moveTo>
                  <a:lnTo>
                    <a:pt x="20193" y="0"/>
                  </a:lnTo>
                  <a:lnTo>
                    <a:pt x="201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2757240" y="6014523"/>
            <a:ext cx="12930845" cy="15116"/>
            <a:chOff x="0" y="0"/>
            <a:chExt cx="17241126" cy="2015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7241138" cy="20193"/>
            </a:xfrm>
            <a:custGeom>
              <a:avLst/>
              <a:gdLst/>
              <a:ahLst/>
              <a:cxnLst/>
              <a:rect r="r" b="b" t="t" l="l"/>
              <a:pathLst>
                <a:path h="20193" w="17241138">
                  <a:moveTo>
                    <a:pt x="0" y="0"/>
                  </a:moveTo>
                  <a:lnTo>
                    <a:pt x="17241138" y="0"/>
                  </a:lnTo>
                  <a:lnTo>
                    <a:pt x="1724113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5672959" y="6029096"/>
            <a:ext cx="15116" cy="615058"/>
            <a:chOff x="0" y="0"/>
            <a:chExt cx="20155" cy="82007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193" cy="820039"/>
            </a:xfrm>
            <a:custGeom>
              <a:avLst/>
              <a:gdLst/>
              <a:ahLst/>
              <a:cxnLst/>
              <a:rect r="r" b="b" t="t" l="l"/>
              <a:pathLst>
                <a:path h="820039" w="20193">
                  <a:moveTo>
                    <a:pt x="0" y="0"/>
                  </a:moveTo>
                  <a:lnTo>
                    <a:pt x="20193" y="0"/>
                  </a:lnTo>
                  <a:lnTo>
                    <a:pt x="201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5687542" y="6014523"/>
            <a:ext cx="1715043" cy="15116"/>
            <a:chOff x="0" y="0"/>
            <a:chExt cx="2286724" cy="2015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86762" cy="20193"/>
            </a:xfrm>
            <a:custGeom>
              <a:avLst/>
              <a:gdLst/>
              <a:ahLst/>
              <a:cxnLst/>
              <a:rect r="r" b="b" t="t" l="l"/>
              <a:pathLst>
                <a:path h="20193" w="2286762">
                  <a:moveTo>
                    <a:pt x="0" y="0"/>
                  </a:moveTo>
                  <a:lnTo>
                    <a:pt x="2286762" y="0"/>
                  </a:lnTo>
                  <a:lnTo>
                    <a:pt x="228676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7387459" y="6029096"/>
            <a:ext cx="15116" cy="615058"/>
            <a:chOff x="0" y="0"/>
            <a:chExt cx="20155" cy="82007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193" cy="820039"/>
            </a:xfrm>
            <a:custGeom>
              <a:avLst/>
              <a:gdLst/>
              <a:ahLst/>
              <a:cxnLst/>
              <a:rect r="r" b="b" t="t" l="l"/>
              <a:pathLst>
                <a:path h="820039" w="20193">
                  <a:moveTo>
                    <a:pt x="0" y="0"/>
                  </a:moveTo>
                  <a:lnTo>
                    <a:pt x="20193" y="0"/>
                  </a:lnTo>
                  <a:lnTo>
                    <a:pt x="20193" y="820039"/>
                  </a:lnTo>
                  <a:lnTo>
                    <a:pt x="0" y="82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85596" y="6629038"/>
            <a:ext cx="1872177" cy="15116"/>
            <a:chOff x="0" y="0"/>
            <a:chExt cx="2496236" cy="2015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96185" cy="20193"/>
            </a:xfrm>
            <a:custGeom>
              <a:avLst/>
              <a:gdLst/>
              <a:ahLst/>
              <a:cxnLst/>
              <a:rect r="r" b="b" t="t" l="l"/>
              <a:pathLst>
                <a:path h="20193" w="2496185">
                  <a:moveTo>
                    <a:pt x="0" y="0"/>
                  </a:moveTo>
                  <a:lnTo>
                    <a:pt x="2496185" y="0"/>
                  </a:lnTo>
                  <a:lnTo>
                    <a:pt x="2496185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2757240" y="6629038"/>
            <a:ext cx="12930845" cy="15116"/>
            <a:chOff x="0" y="0"/>
            <a:chExt cx="17241126" cy="2015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7241138" cy="20193"/>
            </a:xfrm>
            <a:custGeom>
              <a:avLst/>
              <a:gdLst/>
              <a:ahLst/>
              <a:cxnLst/>
              <a:rect r="r" b="b" t="t" l="l"/>
              <a:pathLst>
                <a:path h="20193" w="17241138">
                  <a:moveTo>
                    <a:pt x="0" y="0"/>
                  </a:moveTo>
                  <a:lnTo>
                    <a:pt x="17241138" y="0"/>
                  </a:lnTo>
                  <a:lnTo>
                    <a:pt x="1724113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5687542" y="6629038"/>
            <a:ext cx="1715043" cy="15116"/>
            <a:chOff x="0" y="0"/>
            <a:chExt cx="2286724" cy="2015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86762" cy="20193"/>
            </a:xfrm>
            <a:custGeom>
              <a:avLst/>
              <a:gdLst/>
              <a:ahLst/>
              <a:cxnLst/>
              <a:rect r="r" b="b" t="t" l="l"/>
              <a:pathLst>
                <a:path h="20193" w="2286762">
                  <a:moveTo>
                    <a:pt x="0" y="0"/>
                  </a:moveTo>
                  <a:lnTo>
                    <a:pt x="2286762" y="0"/>
                  </a:lnTo>
                  <a:lnTo>
                    <a:pt x="228676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TextBox 100" id="100"/>
          <p:cNvSpPr txBox="true"/>
          <p:nvPr/>
        </p:nvSpPr>
        <p:spPr>
          <a:xfrm rot="0">
            <a:off x="885596" y="633813"/>
            <a:ext cx="5075996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다섯이 나눠 맡았습니다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14558" y="2831411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누가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971619" y="2831411"/>
            <a:ext cx="790023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맡은 것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5901921" y="2674277"/>
            <a:ext cx="1274397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오늘 발표의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5901921" y="2988554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어디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114558" y="3645732"/>
            <a:ext cx="790023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김민욱 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901876" y="3658152"/>
            <a:ext cx="45576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팀장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2971619" y="3660315"/>
            <a:ext cx="5889784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주제 제안 · 코퍼스 구축 · 채점기 · 생성 파이프라인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5901921" y="3660315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전반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114558" y="4317492"/>
            <a:ext cx="727920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강경수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971619" y="4317492"/>
            <a:ext cx="5344382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도메인 분해 · 검색기 라우팅 · 시연 웹앱과 영상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5901921" y="4317492"/>
            <a:ext cx="1181519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10 · 15장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114558" y="4932016"/>
            <a:ext cx="727920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김수경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2971619" y="4932016"/>
            <a:ext cx="4372918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임베딩 표현 탐색 · 환경 재현 · 웹 데모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5901921" y="4932016"/>
            <a:ext cx="1181519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10 · 11장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114558" y="5545998"/>
            <a:ext cx="727920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조희연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2971619" y="5545998"/>
            <a:ext cx="7402859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오케스트레이션(LangGraph · AutoGen) · 전처리 누수 차단 규칙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5901921" y="5545998"/>
            <a:ext cx="1023842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5 · 11장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114558" y="6160513"/>
            <a:ext cx="727920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채진현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2971619" y="6160513"/>
            <a:ext cx="537730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임베딩 표현 탐색 · 독립 구현으로 채점기를 재현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5901921" y="6160513"/>
            <a:ext cx="621544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11장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885596" y="8230333"/>
            <a:ext cx="1155665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역할 세부 내용과</a:t>
            </a: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 코드 · 실험 기록은 </a:t>
            </a:r>
            <a:r>
              <a:rPr lang="en-US" b="true" sz="2025" spc="-1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깃허브 저장소 문서</a:t>
            </a: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에 슬라이드 쪽수로 정리해 발표자료와 함께 올립니다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7317260" y="9862214"/>
            <a:ext cx="597779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16 / 17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273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5596" y="2828515"/>
            <a:ext cx="14583" cy="657720"/>
            <a:chOff x="0" y="0"/>
            <a:chExt cx="19444" cy="876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431" cy="876935"/>
            </a:xfrm>
            <a:custGeom>
              <a:avLst/>
              <a:gdLst/>
              <a:ahLst/>
              <a:cxnLst/>
              <a:rect r="r" b="b" t="t" l="l"/>
              <a:pathLst>
                <a:path h="8769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76935"/>
                  </a:lnTo>
                  <a:lnTo>
                    <a:pt x="0" y="876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85596" y="2828515"/>
            <a:ext cx="1729083" cy="15659"/>
            <a:chOff x="0" y="0"/>
            <a:chExt cx="2305444" cy="208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5431" cy="20828"/>
            </a:xfrm>
            <a:custGeom>
              <a:avLst/>
              <a:gdLst/>
              <a:ahLst/>
              <a:cxnLst/>
              <a:rect r="r" b="b" t="t" l="l"/>
              <a:pathLst>
                <a:path h="20828" w="2305431">
                  <a:moveTo>
                    <a:pt x="0" y="0"/>
                  </a:moveTo>
                  <a:lnTo>
                    <a:pt x="2305431" y="0"/>
                  </a:lnTo>
                  <a:lnTo>
                    <a:pt x="2305431" y="20828"/>
                  </a:lnTo>
                  <a:lnTo>
                    <a:pt x="0" y="208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600096" y="2828515"/>
            <a:ext cx="14583" cy="657720"/>
            <a:chOff x="0" y="0"/>
            <a:chExt cx="19444" cy="876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31" cy="876935"/>
            </a:xfrm>
            <a:custGeom>
              <a:avLst/>
              <a:gdLst/>
              <a:ahLst/>
              <a:cxnLst/>
              <a:rect r="r" b="b" t="t" l="l"/>
              <a:pathLst>
                <a:path h="8769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76935"/>
                  </a:lnTo>
                  <a:lnTo>
                    <a:pt x="0" y="876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614136" y="2828515"/>
            <a:ext cx="14788439" cy="15659"/>
            <a:chOff x="0" y="0"/>
            <a:chExt cx="19717918" cy="208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717893" cy="20828"/>
            </a:xfrm>
            <a:custGeom>
              <a:avLst/>
              <a:gdLst/>
              <a:ahLst/>
              <a:cxnLst/>
              <a:rect r="r" b="b" t="t" l="l"/>
              <a:pathLst>
                <a:path h="20828" w="19717893">
                  <a:moveTo>
                    <a:pt x="0" y="0"/>
                  </a:moveTo>
                  <a:lnTo>
                    <a:pt x="19717893" y="0"/>
                  </a:lnTo>
                  <a:lnTo>
                    <a:pt x="19717893" y="20828"/>
                  </a:lnTo>
                  <a:lnTo>
                    <a:pt x="0" y="208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387459" y="2828515"/>
            <a:ext cx="15116" cy="657720"/>
            <a:chOff x="0" y="0"/>
            <a:chExt cx="20155" cy="876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93" cy="876935"/>
            </a:xfrm>
            <a:custGeom>
              <a:avLst/>
              <a:gdLst/>
              <a:ahLst/>
              <a:cxnLst/>
              <a:rect r="r" b="b" t="t" l="l"/>
              <a:pathLst>
                <a:path h="876935" w="20193">
                  <a:moveTo>
                    <a:pt x="0" y="0"/>
                  </a:moveTo>
                  <a:lnTo>
                    <a:pt x="20193" y="0"/>
                  </a:lnTo>
                  <a:lnTo>
                    <a:pt x="20193" y="876935"/>
                  </a:lnTo>
                  <a:lnTo>
                    <a:pt x="0" y="876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85596" y="3485702"/>
            <a:ext cx="14583" cy="643680"/>
            <a:chOff x="0" y="0"/>
            <a:chExt cx="19444" cy="8582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431" cy="858266"/>
            </a:xfrm>
            <a:custGeom>
              <a:avLst/>
              <a:gdLst/>
              <a:ahLst/>
              <a:cxnLst/>
              <a:rect r="r" b="b" t="t" l="l"/>
              <a:pathLst>
                <a:path h="858266" w="19431">
                  <a:moveTo>
                    <a:pt x="0" y="0"/>
                  </a:moveTo>
                  <a:lnTo>
                    <a:pt x="19431" y="0"/>
                  </a:lnTo>
                  <a:lnTo>
                    <a:pt x="19431" y="858266"/>
                  </a:lnTo>
                  <a:lnTo>
                    <a:pt x="0" y="858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85596" y="3471662"/>
            <a:ext cx="1729083" cy="14583"/>
            <a:chOff x="0" y="0"/>
            <a:chExt cx="2305444" cy="194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05431" cy="19431"/>
            </a:xfrm>
            <a:custGeom>
              <a:avLst/>
              <a:gdLst/>
              <a:ahLst/>
              <a:cxnLst/>
              <a:rect r="r" b="b" t="t" l="l"/>
              <a:pathLst>
                <a:path h="19431" w="2305431">
                  <a:moveTo>
                    <a:pt x="0" y="0"/>
                  </a:moveTo>
                  <a:lnTo>
                    <a:pt x="2305431" y="0"/>
                  </a:lnTo>
                  <a:lnTo>
                    <a:pt x="2305431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00096" y="3485702"/>
            <a:ext cx="14583" cy="643680"/>
            <a:chOff x="0" y="0"/>
            <a:chExt cx="19444" cy="8582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431" cy="858266"/>
            </a:xfrm>
            <a:custGeom>
              <a:avLst/>
              <a:gdLst/>
              <a:ahLst/>
              <a:cxnLst/>
              <a:rect r="r" b="b" t="t" l="l"/>
              <a:pathLst>
                <a:path h="858266" w="19431">
                  <a:moveTo>
                    <a:pt x="0" y="0"/>
                  </a:moveTo>
                  <a:lnTo>
                    <a:pt x="19431" y="0"/>
                  </a:lnTo>
                  <a:lnTo>
                    <a:pt x="19431" y="858266"/>
                  </a:lnTo>
                  <a:lnTo>
                    <a:pt x="0" y="858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614136" y="3471662"/>
            <a:ext cx="14788439" cy="14583"/>
            <a:chOff x="0" y="0"/>
            <a:chExt cx="19717918" cy="194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717893" cy="19431"/>
            </a:xfrm>
            <a:custGeom>
              <a:avLst/>
              <a:gdLst/>
              <a:ahLst/>
              <a:cxnLst/>
              <a:rect r="r" b="b" t="t" l="l"/>
              <a:pathLst>
                <a:path h="19431" w="19717893">
                  <a:moveTo>
                    <a:pt x="0" y="0"/>
                  </a:moveTo>
                  <a:lnTo>
                    <a:pt x="19717893" y="0"/>
                  </a:lnTo>
                  <a:lnTo>
                    <a:pt x="19717893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387459" y="3485702"/>
            <a:ext cx="15116" cy="643680"/>
            <a:chOff x="0" y="0"/>
            <a:chExt cx="20155" cy="8582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93" cy="858266"/>
            </a:xfrm>
            <a:custGeom>
              <a:avLst/>
              <a:gdLst/>
              <a:ahLst/>
              <a:cxnLst/>
              <a:rect r="r" b="b" t="t" l="l"/>
              <a:pathLst>
                <a:path h="858266" w="20193">
                  <a:moveTo>
                    <a:pt x="0" y="0"/>
                  </a:moveTo>
                  <a:lnTo>
                    <a:pt x="20193" y="0"/>
                  </a:lnTo>
                  <a:lnTo>
                    <a:pt x="20193" y="858266"/>
                  </a:lnTo>
                  <a:lnTo>
                    <a:pt x="0" y="858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85596" y="4128840"/>
            <a:ext cx="14583" cy="643680"/>
            <a:chOff x="0" y="0"/>
            <a:chExt cx="19444" cy="8582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431" cy="858266"/>
            </a:xfrm>
            <a:custGeom>
              <a:avLst/>
              <a:gdLst/>
              <a:ahLst/>
              <a:cxnLst/>
              <a:rect r="r" b="b" t="t" l="l"/>
              <a:pathLst>
                <a:path h="858266" w="19431">
                  <a:moveTo>
                    <a:pt x="0" y="0"/>
                  </a:moveTo>
                  <a:lnTo>
                    <a:pt x="19431" y="0"/>
                  </a:lnTo>
                  <a:lnTo>
                    <a:pt x="19431" y="858266"/>
                  </a:lnTo>
                  <a:lnTo>
                    <a:pt x="0" y="858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85596" y="4114800"/>
            <a:ext cx="1729083" cy="14583"/>
            <a:chOff x="0" y="0"/>
            <a:chExt cx="2305444" cy="194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05431" cy="19431"/>
            </a:xfrm>
            <a:custGeom>
              <a:avLst/>
              <a:gdLst/>
              <a:ahLst/>
              <a:cxnLst/>
              <a:rect r="r" b="b" t="t" l="l"/>
              <a:pathLst>
                <a:path h="19431" w="2305431">
                  <a:moveTo>
                    <a:pt x="0" y="0"/>
                  </a:moveTo>
                  <a:lnTo>
                    <a:pt x="2305431" y="0"/>
                  </a:lnTo>
                  <a:lnTo>
                    <a:pt x="2305431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600096" y="4128840"/>
            <a:ext cx="14583" cy="643680"/>
            <a:chOff x="0" y="0"/>
            <a:chExt cx="19444" cy="8582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431" cy="858266"/>
            </a:xfrm>
            <a:custGeom>
              <a:avLst/>
              <a:gdLst/>
              <a:ahLst/>
              <a:cxnLst/>
              <a:rect r="r" b="b" t="t" l="l"/>
              <a:pathLst>
                <a:path h="858266" w="19431">
                  <a:moveTo>
                    <a:pt x="0" y="0"/>
                  </a:moveTo>
                  <a:lnTo>
                    <a:pt x="19431" y="0"/>
                  </a:lnTo>
                  <a:lnTo>
                    <a:pt x="19431" y="858266"/>
                  </a:lnTo>
                  <a:lnTo>
                    <a:pt x="0" y="858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614136" y="4114800"/>
            <a:ext cx="14788439" cy="14583"/>
            <a:chOff x="0" y="0"/>
            <a:chExt cx="19717918" cy="194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717893" cy="19431"/>
            </a:xfrm>
            <a:custGeom>
              <a:avLst/>
              <a:gdLst/>
              <a:ahLst/>
              <a:cxnLst/>
              <a:rect r="r" b="b" t="t" l="l"/>
              <a:pathLst>
                <a:path h="19431" w="19717893">
                  <a:moveTo>
                    <a:pt x="0" y="0"/>
                  </a:moveTo>
                  <a:lnTo>
                    <a:pt x="19717893" y="0"/>
                  </a:lnTo>
                  <a:lnTo>
                    <a:pt x="19717893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7387459" y="4128840"/>
            <a:ext cx="15116" cy="643680"/>
            <a:chOff x="0" y="0"/>
            <a:chExt cx="20155" cy="85824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193" cy="858266"/>
            </a:xfrm>
            <a:custGeom>
              <a:avLst/>
              <a:gdLst/>
              <a:ahLst/>
              <a:cxnLst/>
              <a:rect r="r" b="b" t="t" l="l"/>
              <a:pathLst>
                <a:path h="858266" w="20193">
                  <a:moveTo>
                    <a:pt x="0" y="0"/>
                  </a:moveTo>
                  <a:lnTo>
                    <a:pt x="20193" y="0"/>
                  </a:lnTo>
                  <a:lnTo>
                    <a:pt x="20193" y="858266"/>
                  </a:lnTo>
                  <a:lnTo>
                    <a:pt x="0" y="858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85596" y="4757404"/>
            <a:ext cx="1729083" cy="15116"/>
            <a:chOff x="0" y="0"/>
            <a:chExt cx="2305444" cy="2015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05431" cy="20193"/>
            </a:xfrm>
            <a:custGeom>
              <a:avLst/>
              <a:gdLst/>
              <a:ahLst/>
              <a:cxnLst/>
              <a:rect r="r" b="b" t="t" l="l"/>
              <a:pathLst>
                <a:path h="20193" w="2305431">
                  <a:moveTo>
                    <a:pt x="0" y="0"/>
                  </a:moveTo>
                  <a:lnTo>
                    <a:pt x="2305431" y="0"/>
                  </a:lnTo>
                  <a:lnTo>
                    <a:pt x="2305431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614136" y="4757404"/>
            <a:ext cx="14788439" cy="15116"/>
            <a:chOff x="0" y="0"/>
            <a:chExt cx="19717918" cy="201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717893" cy="20193"/>
            </a:xfrm>
            <a:custGeom>
              <a:avLst/>
              <a:gdLst/>
              <a:ahLst/>
              <a:cxnLst/>
              <a:rect r="r" b="b" t="t" l="l"/>
              <a:pathLst>
                <a:path h="20193" w="19717893">
                  <a:moveTo>
                    <a:pt x="0" y="0"/>
                  </a:moveTo>
                  <a:lnTo>
                    <a:pt x="19717893" y="0"/>
                  </a:lnTo>
                  <a:lnTo>
                    <a:pt x="19717893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4562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885596" y="633813"/>
            <a:ext cx="965521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정리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14558" y="2978839"/>
            <a:ext cx="867242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b="true" sz="2370" spc="-1">
                <a:solidFill>
                  <a:srgbClr val="8FB8DD"/>
                </a:solidFill>
                <a:latin typeface="Arimo Bold"/>
                <a:ea typeface="Arimo Bold"/>
                <a:cs typeface="Arimo Bold"/>
                <a:sym typeface="Arimo Bold"/>
              </a:rPr>
              <a:t>파는 것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829058" y="2978839"/>
            <a:ext cx="11024645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b="true" sz="2370" spc="-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생성형 이미지 자동 검수 인프라. </a:t>
            </a:r>
            <a:r>
              <a:rPr lang="en-US" sz="2370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어떤 생성 모델에서든 "원하는 결과가 나왔는지"를 재준다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14558" y="3621434"/>
            <a:ext cx="1135085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b="true" sz="2370" spc="-1">
                <a:solidFill>
                  <a:srgbClr val="8FB8DD"/>
                </a:solidFill>
                <a:latin typeface="Arimo Bold"/>
                <a:ea typeface="Arimo Bold"/>
                <a:cs typeface="Arimo Bold"/>
                <a:sym typeface="Arimo Bold"/>
              </a:rPr>
              <a:t>첫 적용처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29058" y="3621434"/>
            <a:ext cx="11895115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웹툰 4컷 — 그림체를 고르면 4컷과 컷별 점수가 같이 나온다 (편당 $0.20 · 92초 · 학습 0회)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14558" y="4264571"/>
            <a:ext cx="867242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b="true" sz="2370" spc="-1">
                <a:solidFill>
                  <a:srgbClr val="8FB8DD"/>
                </a:solidFill>
                <a:latin typeface="Arimo Bold"/>
                <a:ea typeface="Arimo Bold"/>
                <a:cs typeface="Arimo Bold"/>
                <a:sym typeface="Arimo Bold"/>
              </a:rPr>
              <a:t>왜 되나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29058" y="4264571"/>
            <a:ext cx="11941016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믿을 수 있는 자를 먼저 만들었다 — 독립 구현 재현, 그림체별 천장 정규화, 자의 구멍까지 자체 발견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885596" y="5614921"/>
            <a:ext cx="3701158" cy="1100518"/>
          </a:xfrm>
          <a:custGeom>
            <a:avLst/>
            <a:gdLst/>
            <a:ahLst/>
            <a:cxnLst/>
            <a:rect r="r" b="b" t="t" l="l"/>
            <a:pathLst>
              <a:path h="1100518" w="3701158">
                <a:moveTo>
                  <a:pt x="0" y="0"/>
                </a:moveTo>
                <a:lnTo>
                  <a:pt x="3701158" y="0"/>
                </a:lnTo>
                <a:lnTo>
                  <a:pt x="3701158" y="1100518"/>
                </a:lnTo>
                <a:lnTo>
                  <a:pt x="0" y="1100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885596" y="5146586"/>
            <a:ext cx="5190477" cy="29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1">
                <a:solidFill>
                  <a:srgbClr val="8FB8DD"/>
                </a:solidFill>
                <a:latin typeface="Arimo"/>
                <a:ea typeface="Arimo"/>
                <a:cs typeface="Arimo"/>
                <a:sym typeface="Arimo"/>
              </a:rPr>
              <a:t>다음 마일스톤 — 기술 목표에서 사업 목표까지 한 줄로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85936" y="5818346"/>
            <a:ext cx="1677781" cy="29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b="true" sz="1920" spc="-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① </a:t>
            </a:r>
            <a:r>
              <a:rPr lang="en-US" sz="1920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사람의 판단과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85936" y="6189326"/>
            <a:ext cx="2258282" cy="29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Retriever 점수를 정렬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5157540" y="5614921"/>
            <a:ext cx="3701158" cy="1100518"/>
          </a:xfrm>
          <a:custGeom>
            <a:avLst/>
            <a:gdLst/>
            <a:ahLst/>
            <a:cxnLst/>
            <a:rect r="r" b="b" t="t" l="l"/>
            <a:pathLst>
              <a:path h="1100518" w="3701158">
                <a:moveTo>
                  <a:pt x="0" y="0"/>
                </a:moveTo>
                <a:lnTo>
                  <a:pt x="3701158" y="0"/>
                </a:lnTo>
                <a:lnTo>
                  <a:pt x="3701158" y="1100518"/>
                </a:lnTo>
                <a:lnTo>
                  <a:pt x="0" y="1100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4733096" y="5981233"/>
            <a:ext cx="313744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-1">
                <a:solidFill>
                  <a:srgbClr val="8FB8DD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56260" y="5818346"/>
            <a:ext cx="2379783" cy="29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b="true" sz="1920" spc="-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② </a:t>
            </a:r>
            <a:r>
              <a:rPr lang="en-US" sz="1920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사람 판단과 일치하는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356260" y="6189326"/>
            <a:ext cx="1404537" cy="29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합격 기준 확립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9429483" y="5614921"/>
            <a:ext cx="3701158" cy="1100518"/>
          </a:xfrm>
          <a:custGeom>
            <a:avLst/>
            <a:gdLst/>
            <a:ahLst/>
            <a:cxnLst/>
            <a:rect r="r" b="b" t="t" l="l"/>
            <a:pathLst>
              <a:path h="1100518" w="3701158">
                <a:moveTo>
                  <a:pt x="0" y="0"/>
                </a:moveTo>
                <a:lnTo>
                  <a:pt x="3701158" y="0"/>
                </a:lnTo>
                <a:lnTo>
                  <a:pt x="3701158" y="1100518"/>
                </a:lnTo>
                <a:lnTo>
                  <a:pt x="0" y="1100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9003963" y="5981233"/>
            <a:ext cx="313744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-1">
                <a:solidFill>
                  <a:srgbClr val="8FB8DD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627118" y="5818346"/>
            <a:ext cx="1223096" cy="29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b="true" sz="1920" spc="-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③ </a:t>
            </a:r>
            <a:r>
              <a:rPr lang="en-US" sz="1920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검수 API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627118" y="6189326"/>
            <a:ext cx="433083" cy="29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출시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3701417" y="5614921"/>
            <a:ext cx="3701158" cy="1100518"/>
          </a:xfrm>
          <a:custGeom>
            <a:avLst/>
            <a:gdLst/>
            <a:ahLst/>
            <a:cxnLst/>
            <a:rect r="r" b="b" t="t" l="l"/>
            <a:pathLst>
              <a:path h="1100518" w="3701158">
                <a:moveTo>
                  <a:pt x="0" y="0"/>
                </a:moveTo>
                <a:lnTo>
                  <a:pt x="3701158" y="0"/>
                </a:lnTo>
                <a:lnTo>
                  <a:pt x="3701158" y="1100518"/>
                </a:lnTo>
                <a:lnTo>
                  <a:pt x="0" y="11005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3274278" y="5981233"/>
            <a:ext cx="313744" cy="36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-1">
                <a:solidFill>
                  <a:srgbClr val="8FB8DD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897985" y="5818346"/>
            <a:ext cx="1095661" cy="29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b="true" sz="1920" spc="-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④ </a:t>
            </a:r>
            <a:r>
              <a:rPr lang="en-US" sz="1920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첫 B2B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897985" y="6189326"/>
            <a:ext cx="1135085" cy="29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적용처 검증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85596" y="7242334"/>
            <a:ext cx="10181701" cy="26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 spc="-1">
                <a:solidFill>
                  <a:srgbClr val="8EA6BD"/>
                </a:solidFill>
                <a:latin typeface="Arimo"/>
                <a:ea typeface="Arimo"/>
                <a:cs typeface="Arimo"/>
                <a:sym typeface="Arimo"/>
              </a:rPr>
              <a:t>ink(수묵화) 이미지 출처: AI-Hub 168 한국 전통 수묵화 화풍별 제작 데이터 — 한국지능정보사회진흥원 사업결과물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85596" y="7613847"/>
            <a:ext cx="9776165" cy="26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 spc="-1">
                <a:solidFill>
                  <a:srgbClr val="8EA6BD"/>
                </a:solidFill>
                <a:latin typeface="Arimo"/>
                <a:ea typeface="Arimo"/>
                <a:cs typeface="Arimo"/>
                <a:sym typeface="Arimo"/>
              </a:rPr>
              <a:t>Twemoji · Noto Emoji (CC BY 4.0)  /  OpenMoji (CC BY-SA 4.0)  /  unDraw  /  WikiArt (퍼블릭 도메인)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85596" y="7999952"/>
            <a:ext cx="1224504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 spc="-1">
                <a:solidFill>
                  <a:srgbClr val="8EA6BD"/>
                </a:solidFill>
                <a:latin typeface="Arimo"/>
                <a:ea typeface="Arimo"/>
                <a:cs typeface="Arimo"/>
                <a:sym typeface="Arimo"/>
              </a:rPr>
              <a:t>깃허브: </a:t>
            </a:r>
            <a:r>
              <a:rPr lang="en-US" sz="1695" spc="-1" u="sng">
                <a:solidFill>
                  <a:srgbClr val="8EA6BD"/>
                </a:solidFill>
                <a:latin typeface="Arimo"/>
                <a:ea typeface="Arimo"/>
                <a:cs typeface="Arimo"/>
                <a:sym typeface="Arimo"/>
                <a:hlinkClick r:id="rId8" tooltip="https://github.com/MinWookGim/AIFFEL_Quest_eng/tree/main/05_LLM/DLthon_RAG/06_%EB%B0%9C%ED%91%9C"/>
              </a:rPr>
              <a:t>https://github.com/MinWookGim/AIFFEL_Quest_eng/tree/main/05_LLM/DLthon_RAG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7317260" y="9862214"/>
            <a:ext cx="597779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5D7593"/>
                </a:solidFill>
                <a:latin typeface="Arimo"/>
                <a:ea typeface="Arimo"/>
                <a:cs typeface="Arimo"/>
                <a:sym typeface="Arimo"/>
              </a:rPr>
              <a:t>17 / 17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82912"/>
            <a:ext cx="16230600" cy="7121176"/>
          </a:xfrm>
          <a:custGeom>
            <a:avLst/>
            <a:gdLst/>
            <a:ahLst/>
            <a:cxnLst/>
            <a:rect r="r" b="b" t="t" l="l"/>
            <a:pathLst>
              <a:path h="7121176" w="16230600">
                <a:moveTo>
                  <a:pt x="0" y="0"/>
                </a:moveTo>
                <a:lnTo>
                  <a:pt x="16230600" y="0"/>
                </a:lnTo>
                <a:lnTo>
                  <a:pt x="16230600" y="7121176"/>
                </a:lnTo>
                <a:lnTo>
                  <a:pt x="0" y="7121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51755" y="760833"/>
            <a:ext cx="1730953" cy="1151871"/>
          </a:xfrm>
          <a:custGeom>
            <a:avLst/>
            <a:gdLst/>
            <a:ahLst/>
            <a:cxnLst/>
            <a:rect r="r" b="b" t="t" l="l"/>
            <a:pathLst>
              <a:path h="1151871" w="1730953">
                <a:moveTo>
                  <a:pt x="0" y="0"/>
                </a:moveTo>
                <a:lnTo>
                  <a:pt x="1730953" y="0"/>
                </a:lnTo>
                <a:lnTo>
                  <a:pt x="1730953" y="1151871"/>
                </a:lnTo>
                <a:lnTo>
                  <a:pt x="0" y="11518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596" y="633813"/>
            <a:ext cx="8584921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[백업] 톤을 바꾸면 그림까지 갈립니다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329102" y="1885683"/>
            <a:ext cx="11629444" cy="5714276"/>
            <a:chOff x="0" y="0"/>
            <a:chExt cx="15505925" cy="76190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05937" cy="7618984"/>
            </a:xfrm>
            <a:custGeom>
              <a:avLst/>
              <a:gdLst/>
              <a:ahLst/>
              <a:cxnLst/>
              <a:rect r="r" b="b" t="t" l="l"/>
              <a:pathLst>
                <a:path h="7618984" w="15505937">
                  <a:moveTo>
                    <a:pt x="0" y="0"/>
                  </a:moveTo>
                  <a:lnTo>
                    <a:pt x="15505937" y="0"/>
                  </a:lnTo>
                  <a:lnTo>
                    <a:pt x="15505937" y="7618984"/>
                  </a:lnTo>
                  <a:lnTo>
                    <a:pt x="0" y="7618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9" r="0" b="-2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9636" y="7858077"/>
            <a:ext cx="900722" cy="614524"/>
            <a:chOff x="0" y="0"/>
            <a:chExt cx="1200963" cy="8193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0912" cy="819404"/>
            </a:xfrm>
            <a:custGeom>
              <a:avLst/>
              <a:gdLst/>
              <a:ahLst/>
              <a:cxnLst/>
              <a:rect r="r" b="b" t="t" l="l"/>
              <a:pathLst>
                <a:path h="819404" w="1200912">
                  <a:moveTo>
                    <a:pt x="0" y="0"/>
                  </a:moveTo>
                  <a:lnTo>
                    <a:pt x="1200912" y="0"/>
                  </a:lnTo>
                  <a:lnTo>
                    <a:pt x="1200912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99815" y="7858077"/>
            <a:ext cx="1958045" cy="614524"/>
            <a:chOff x="0" y="0"/>
            <a:chExt cx="2610726" cy="8193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10739" cy="819404"/>
            </a:xfrm>
            <a:custGeom>
              <a:avLst/>
              <a:gdLst/>
              <a:ahLst/>
              <a:cxnLst/>
              <a:rect r="r" b="b" t="t" l="l"/>
              <a:pathLst>
                <a:path h="819404" w="2610739">
                  <a:moveTo>
                    <a:pt x="0" y="0"/>
                  </a:moveTo>
                  <a:lnTo>
                    <a:pt x="2610739" y="0"/>
                  </a:lnTo>
                  <a:lnTo>
                    <a:pt x="2610739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757317" y="7858077"/>
            <a:ext cx="3815096" cy="614524"/>
            <a:chOff x="0" y="0"/>
            <a:chExt cx="5086794" cy="8193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6858" cy="819404"/>
            </a:xfrm>
            <a:custGeom>
              <a:avLst/>
              <a:gdLst/>
              <a:ahLst/>
              <a:cxnLst/>
              <a:rect r="r" b="b" t="t" l="l"/>
              <a:pathLst>
                <a:path h="819404" w="5086858">
                  <a:moveTo>
                    <a:pt x="0" y="0"/>
                  </a:moveTo>
                  <a:lnTo>
                    <a:pt x="5086858" y="0"/>
                  </a:lnTo>
                  <a:lnTo>
                    <a:pt x="5086858" y="819404"/>
                  </a:lnTo>
                  <a:lnTo>
                    <a:pt x="0" y="8194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5596" y="7843504"/>
            <a:ext cx="14583" cy="629098"/>
            <a:chOff x="0" y="0"/>
            <a:chExt cx="19444" cy="8387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85596" y="7843504"/>
            <a:ext cx="914762" cy="15116"/>
            <a:chOff x="0" y="0"/>
            <a:chExt cx="1219683" cy="201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9708" cy="20193"/>
            </a:xfrm>
            <a:custGeom>
              <a:avLst/>
              <a:gdLst/>
              <a:ahLst/>
              <a:cxnLst/>
              <a:rect r="r" b="b" t="t" l="l"/>
              <a:pathLst>
                <a:path h="20193" w="1219708">
                  <a:moveTo>
                    <a:pt x="0" y="0"/>
                  </a:moveTo>
                  <a:lnTo>
                    <a:pt x="1219708" y="0"/>
                  </a:lnTo>
                  <a:lnTo>
                    <a:pt x="121970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85776" y="7843504"/>
            <a:ext cx="14583" cy="629098"/>
            <a:chOff x="0" y="0"/>
            <a:chExt cx="19444" cy="8387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99815" y="7843504"/>
            <a:ext cx="1958045" cy="15116"/>
            <a:chOff x="0" y="0"/>
            <a:chExt cx="2610726" cy="201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10739" cy="20193"/>
            </a:xfrm>
            <a:custGeom>
              <a:avLst/>
              <a:gdLst/>
              <a:ahLst/>
              <a:cxnLst/>
              <a:rect r="r" b="b" t="t" l="l"/>
              <a:pathLst>
                <a:path h="20193" w="2610739">
                  <a:moveTo>
                    <a:pt x="0" y="0"/>
                  </a:moveTo>
                  <a:lnTo>
                    <a:pt x="2610739" y="0"/>
                  </a:lnTo>
                  <a:lnTo>
                    <a:pt x="2610739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743277" y="7843504"/>
            <a:ext cx="14583" cy="629098"/>
            <a:chOff x="0" y="0"/>
            <a:chExt cx="19444" cy="8387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757317" y="7843504"/>
            <a:ext cx="3815096" cy="15116"/>
            <a:chOff x="0" y="0"/>
            <a:chExt cx="5086794" cy="201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86858" cy="20193"/>
            </a:xfrm>
            <a:custGeom>
              <a:avLst/>
              <a:gdLst/>
              <a:ahLst/>
              <a:cxnLst/>
              <a:rect r="r" b="b" t="t" l="l"/>
              <a:pathLst>
                <a:path h="20193" w="5086858">
                  <a:moveTo>
                    <a:pt x="0" y="0"/>
                  </a:moveTo>
                  <a:lnTo>
                    <a:pt x="5086858" y="0"/>
                  </a:lnTo>
                  <a:lnTo>
                    <a:pt x="508685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557840" y="7843504"/>
            <a:ext cx="14583" cy="629098"/>
            <a:chOff x="0" y="0"/>
            <a:chExt cx="19444" cy="8387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431" cy="838835"/>
            </a:xfrm>
            <a:custGeom>
              <a:avLst/>
              <a:gdLst/>
              <a:ahLst/>
              <a:cxnLst/>
              <a:rect r="r" b="b" t="t" l="l"/>
              <a:pathLst>
                <a:path h="838835" w="19431">
                  <a:moveTo>
                    <a:pt x="0" y="0"/>
                  </a:moveTo>
                  <a:lnTo>
                    <a:pt x="19431" y="0"/>
                  </a:lnTo>
                  <a:lnTo>
                    <a:pt x="19431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85596" y="8472059"/>
            <a:ext cx="14583" cy="586445"/>
            <a:chOff x="0" y="0"/>
            <a:chExt cx="19444" cy="7819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85596" y="8458019"/>
            <a:ext cx="914762" cy="14583"/>
            <a:chOff x="0" y="0"/>
            <a:chExt cx="1219683" cy="194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708" cy="19431"/>
            </a:xfrm>
            <a:custGeom>
              <a:avLst/>
              <a:gdLst/>
              <a:ahLst/>
              <a:cxnLst/>
              <a:rect r="r" b="b" t="t" l="l"/>
              <a:pathLst>
                <a:path h="19431" w="1219708">
                  <a:moveTo>
                    <a:pt x="0" y="0"/>
                  </a:moveTo>
                  <a:lnTo>
                    <a:pt x="1219708" y="0"/>
                  </a:lnTo>
                  <a:lnTo>
                    <a:pt x="121970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785776" y="8472059"/>
            <a:ext cx="14583" cy="586445"/>
            <a:chOff x="0" y="0"/>
            <a:chExt cx="19444" cy="78192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99815" y="8458019"/>
            <a:ext cx="1958045" cy="14583"/>
            <a:chOff x="0" y="0"/>
            <a:chExt cx="2610726" cy="194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10739" cy="19431"/>
            </a:xfrm>
            <a:custGeom>
              <a:avLst/>
              <a:gdLst/>
              <a:ahLst/>
              <a:cxnLst/>
              <a:rect r="r" b="b" t="t" l="l"/>
              <a:pathLst>
                <a:path h="19431" w="2610739">
                  <a:moveTo>
                    <a:pt x="0" y="0"/>
                  </a:moveTo>
                  <a:lnTo>
                    <a:pt x="2610739" y="0"/>
                  </a:lnTo>
                  <a:lnTo>
                    <a:pt x="26107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743277" y="8472059"/>
            <a:ext cx="14583" cy="586445"/>
            <a:chOff x="0" y="0"/>
            <a:chExt cx="19444" cy="7819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757317" y="8458019"/>
            <a:ext cx="3815096" cy="14583"/>
            <a:chOff x="0" y="0"/>
            <a:chExt cx="5086794" cy="194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86858" cy="19431"/>
            </a:xfrm>
            <a:custGeom>
              <a:avLst/>
              <a:gdLst/>
              <a:ahLst/>
              <a:cxnLst/>
              <a:rect r="r" b="b" t="t" l="l"/>
              <a:pathLst>
                <a:path h="19431" w="5086858">
                  <a:moveTo>
                    <a:pt x="0" y="0"/>
                  </a:moveTo>
                  <a:lnTo>
                    <a:pt x="5086858" y="0"/>
                  </a:lnTo>
                  <a:lnTo>
                    <a:pt x="50868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557840" y="8472059"/>
            <a:ext cx="14583" cy="586445"/>
            <a:chOff x="0" y="0"/>
            <a:chExt cx="19444" cy="78192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85596" y="9057961"/>
            <a:ext cx="14583" cy="586445"/>
            <a:chOff x="0" y="0"/>
            <a:chExt cx="19444" cy="78192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85596" y="9043921"/>
            <a:ext cx="914762" cy="14583"/>
            <a:chOff x="0" y="0"/>
            <a:chExt cx="1219683" cy="194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19708" cy="19431"/>
            </a:xfrm>
            <a:custGeom>
              <a:avLst/>
              <a:gdLst/>
              <a:ahLst/>
              <a:cxnLst/>
              <a:rect r="r" b="b" t="t" l="l"/>
              <a:pathLst>
                <a:path h="19431" w="1219708">
                  <a:moveTo>
                    <a:pt x="0" y="0"/>
                  </a:moveTo>
                  <a:lnTo>
                    <a:pt x="1219708" y="0"/>
                  </a:lnTo>
                  <a:lnTo>
                    <a:pt x="121970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785776" y="9057961"/>
            <a:ext cx="14583" cy="586445"/>
            <a:chOff x="0" y="0"/>
            <a:chExt cx="19444" cy="78192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799815" y="9043921"/>
            <a:ext cx="1958045" cy="14583"/>
            <a:chOff x="0" y="0"/>
            <a:chExt cx="2610726" cy="194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10739" cy="19431"/>
            </a:xfrm>
            <a:custGeom>
              <a:avLst/>
              <a:gdLst/>
              <a:ahLst/>
              <a:cxnLst/>
              <a:rect r="r" b="b" t="t" l="l"/>
              <a:pathLst>
                <a:path h="19431" w="2610739">
                  <a:moveTo>
                    <a:pt x="0" y="0"/>
                  </a:moveTo>
                  <a:lnTo>
                    <a:pt x="2610739" y="0"/>
                  </a:lnTo>
                  <a:lnTo>
                    <a:pt x="26107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743277" y="9057961"/>
            <a:ext cx="14583" cy="586445"/>
            <a:chOff x="0" y="0"/>
            <a:chExt cx="19444" cy="78192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3757317" y="9043921"/>
            <a:ext cx="3815096" cy="14583"/>
            <a:chOff x="0" y="0"/>
            <a:chExt cx="5086794" cy="194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86858" cy="19431"/>
            </a:xfrm>
            <a:custGeom>
              <a:avLst/>
              <a:gdLst/>
              <a:ahLst/>
              <a:cxnLst/>
              <a:rect r="r" b="b" t="t" l="l"/>
              <a:pathLst>
                <a:path h="19431" w="5086858">
                  <a:moveTo>
                    <a:pt x="0" y="0"/>
                  </a:moveTo>
                  <a:lnTo>
                    <a:pt x="5086858" y="0"/>
                  </a:lnTo>
                  <a:lnTo>
                    <a:pt x="50868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557840" y="9057961"/>
            <a:ext cx="14583" cy="586445"/>
            <a:chOff x="0" y="0"/>
            <a:chExt cx="19444" cy="78192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85596" y="9629280"/>
            <a:ext cx="914762" cy="15116"/>
            <a:chOff x="0" y="0"/>
            <a:chExt cx="1219683" cy="2015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19708" cy="20193"/>
            </a:xfrm>
            <a:custGeom>
              <a:avLst/>
              <a:gdLst/>
              <a:ahLst/>
              <a:cxnLst/>
              <a:rect r="r" b="b" t="t" l="l"/>
              <a:pathLst>
                <a:path h="20193" w="1219708">
                  <a:moveTo>
                    <a:pt x="0" y="0"/>
                  </a:moveTo>
                  <a:lnTo>
                    <a:pt x="1219708" y="0"/>
                  </a:lnTo>
                  <a:lnTo>
                    <a:pt x="121970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799815" y="9629280"/>
            <a:ext cx="1958045" cy="15116"/>
            <a:chOff x="0" y="0"/>
            <a:chExt cx="2610726" cy="2015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610739" cy="20193"/>
            </a:xfrm>
            <a:custGeom>
              <a:avLst/>
              <a:gdLst/>
              <a:ahLst/>
              <a:cxnLst/>
              <a:rect r="r" b="b" t="t" l="l"/>
              <a:pathLst>
                <a:path h="20193" w="2610739">
                  <a:moveTo>
                    <a:pt x="0" y="0"/>
                  </a:moveTo>
                  <a:lnTo>
                    <a:pt x="2610739" y="0"/>
                  </a:lnTo>
                  <a:lnTo>
                    <a:pt x="2610739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3757317" y="9629280"/>
            <a:ext cx="3815096" cy="15116"/>
            <a:chOff x="0" y="0"/>
            <a:chExt cx="5086794" cy="2015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086858" cy="20193"/>
            </a:xfrm>
            <a:custGeom>
              <a:avLst/>
              <a:gdLst/>
              <a:ahLst/>
              <a:cxnLst/>
              <a:rect r="r" b="b" t="t" l="l"/>
              <a:pathLst>
                <a:path h="20193" w="5086858">
                  <a:moveTo>
                    <a:pt x="0" y="0"/>
                  </a:moveTo>
                  <a:lnTo>
                    <a:pt x="5086858" y="0"/>
                  </a:lnTo>
                  <a:lnTo>
                    <a:pt x="508685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885596" y="1306992"/>
            <a:ext cx="8777697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같은 이야기 · 같은 그림체(바로크) · 같은 생성 방식. </a:t>
            </a:r>
            <a:r>
              <a:rPr lang="en-US" b="true" sz="2370" spc="-1">
                <a:solidFill>
                  <a:srgbClr val="6B6B6B"/>
                </a:solidFill>
                <a:latin typeface="Arimo Bold"/>
                <a:ea typeface="Arimo Bold"/>
                <a:cs typeface="Arimo Bold"/>
                <a:sym typeface="Arimo Bold"/>
              </a:rPr>
              <a:t>톤만 바꿨습니다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14558" y="7989494"/>
            <a:ext cx="271082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톤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016357" y="7989494"/>
            <a:ext cx="1516856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그림체 충실도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972782" y="7989494"/>
            <a:ext cx="1010336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4컷 판정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14558" y="8601313"/>
            <a:ext cx="45576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진지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016357" y="8601313"/>
            <a:ext cx="52434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0.75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972782" y="8601313"/>
            <a:ext cx="241217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바로크 3 / 인상주의 1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14558" y="9187215"/>
            <a:ext cx="45576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코믹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016357" y="9187215"/>
            <a:ext cx="52434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1B1B1B"/>
                </a:solidFill>
                <a:latin typeface="Arimo Bold"/>
                <a:ea typeface="Arimo Bold"/>
                <a:cs typeface="Arimo Bold"/>
                <a:sym typeface="Arimo Bold"/>
              </a:rPr>
              <a:t>0.50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972782" y="9187215"/>
            <a:ext cx="3647161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바로크 2 / 아르누보 1 / 큐비즘 1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977959" y="8372894"/>
            <a:ext cx="9419215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톤을 세게 주면 </a:t>
            </a:r>
            <a:r>
              <a:rPr lang="en-US" b="true" sz="2025" spc="-1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그림체가 흔들리는 것으로 보입니다. </a:t>
            </a:r>
            <a:r>
              <a:rPr lang="en-US" sz="2025" spc="-1">
                <a:solidFill>
                  <a:srgbClr val="C0392B"/>
                </a:solidFill>
                <a:latin typeface="Arimo"/>
                <a:ea typeface="Arimo"/>
                <a:cs typeface="Arimo"/>
                <a:sym typeface="Arimo"/>
              </a:rPr>
              <a:t>다만 각 1편씩이라 아직 단정할 수 없습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977959" y="8787079"/>
            <a:ext cx="887111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C0392B"/>
                </a:solidFill>
                <a:latin typeface="Arimo"/>
                <a:ea typeface="Arimo"/>
                <a:cs typeface="Arimo"/>
                <a:sym typeface="Arimo"/>
              </a:rPr>
              <a:t>니다</a:t>
            </a: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 — 톤 전달을 재는 지표 자체가 없습니다. 그림체는 채점기가 있지만 톤은 없습니다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7434979" y="9862214"/>
            <a:ext cx="521103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백업 1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181" cy="10287000"/>
            <a:chOff x="0" y="0"/>
            <a:chExt cx="243842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0" y="0"/>
                  </a:moveTo>
                  <a:lnTo>
                    <a:pt x="24384254" y="0"/>
                  </a:lnTo>
                  <a:lnTo>
                    <a:pt x="24384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596" y="633813"/>
            <a:ext cx="9673018" cy="6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[백업] 일관성을 재는 자를 갈아치운 이야기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5596" y="3214621"/>
            <a:ext cx="5114344" cy="4028399"/>
            <a:chOff x="0" y="0"/>
            <a:chExt cx="6819125" cy="53711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19138" cy="5371211"/>
            </a:xfrm>
            <a:custGeom>
              <a:avLst/>
              <a:gdLst/>
              <a:ahLst/>
              <a:cxnLst/>
              <a:rect r="r" b="b" t="t" l="l"/>
              <a:pathLst>
                <a:path h="5371211" w="6819138">
                  <a:moveTo>
                    <a:pt x="0" y="0"/>
                  </a:moveTo>
                  <a:lnTo>
                    <a:pt x="6819138" y="0"/>
                  </a:lnTo>
                  <a:lnTo>
                    <a:pt x="6819138" y="5371211"/>
                  </a:lnTo>
                  <a:lnTo>
                    <a:pt x="0" y="5371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314761" y="3743277"/>
            <a:ext cx="15116" cy="600485"/>
            <a:chOff x="0" y="0"/>
            <a:chExt cx="20155" cy="8006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93" cy="800608"/>
            </a:xfrm>
            <a:custGeom>
              <a:avLst/>
              <a:gdLst/>
              <a:ahLst/>
              <a:cxnLst/>
              <a:rect r="r" b="b" t="t" l="l"/>
              <a:pathLst>
                <a:path h="800608" w="20193">
                  <a:moveTo>
                    <a:pt x="0" y="0"/>
                  </a:moveTo>
                  <a:lnTo>
                    <a:pt x="20193" y="0"/>
                  </a:lnTo>
                  <a:lnTo>
                    <a:pt x="20193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314761" y="3743277"/>
            <a:ext cx="2772356" cy="14583"/>
            <a:chOff x="0" y="0"/>
            <a:chExt cx="3696475" cy="194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96462" cy="19431"/>
            </a:xfrm>
            <a:custGeom>
              <a:avLst/>
              <a:gdLst/>
              <a:ahLst/>
              <a:cxnLst/>
              <a:rect r="r" b="b" t="t" l="l"/>
              <a:pathLst>
                <a:path h="19431" w="3696462">
                  <a:moveTo>
                    <a:pt x="0" y="0"/>
                  </a:moveTo>
                  <a:lnTo>
                    <a:pt x="3696462" y="0"/>
                  </a:lnTo>
                  <a:lnTo>
                    <a:pt x="36964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72543" y="3743277"/>
            <a:ext cx="14583" cy="600485"/>
            <a:chOff x="0" y="0"/>
            <a:chExt cx="19444" cy="8006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431" cy="800608"/>
            </a:xfrm>
            <a:custGeom>
              <a:avLst/>
              <a:gdLst/>
              <a:ahLst/>
              <a:cxnLst/>
              <a:rect r="r" b="b" t="t" l="l"/>
              <a:pathLst>
                <a:path h="800608" w="19431">
                  <a:moveTo>
                    <a:pt x="0" y="0"/>
                  </a:moveTo>
                  <a:lnTo>
                    <a:pt x="19431" y="0"/>
                  </a:lnTo>
                  <a:lnTo>
                    <a:pt x="19431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86583" y="3743277"/>
            <a:ext cx="1115101" cy="14583"/>
            <a:chOff x="0" y="0"/>
            <a:chExt cx="1486802" cy="19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6789" cy="19431"/>
            </a:xfrm>
            <a:custGeom>
              <a:avLst/>
              <a:gdLst/>
              <a:ahLst/>
              <a:cxnLst/>
              <a:rect r="r" b="b" t="t" l="l"/>
              <a:pathLst>
                <a:path h="19431" w="1486789">
                  <a:moveTo>
                    <a:pt x="0" y="0"/>
                  </a:moveTo>
                  <a:lnTo>
                    <a:pt x="1486789" y="0"/>
                  </a:lnTo>
                  <a:lnTo>
                    <a:pt x="148678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186559" y="3743277"/>
            <a:ext cx="15116" cy="600485"/>
            <a:chOff x="0" y="0"/>
            <a:chExt cx="20155" cy="8006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93" cy="800608"/>
            </a:xfrm>
            <a:custGeom>
              <a:avLst/>
              <a:gdLst/>
              <a:ahLst/>
              <a:cxnLst/>
              <a:rect r="r" b="b" t="t" l="l"/>
              <a:pathLst>
                <a:path h="800608" w="20193">
                  <a:moveTo>
                    <a:pt x="0" y="0"/>
                  </a:moveTo>
                  <a:lnTo>
                    <a:pt x="20193" y="0"/>
                  </a:lnTo>
                  <a:lnTo>
                    <a:pt x="20193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314761" y="4343219"/>
            <a:ext cx="15116" cy="586445"/>
            <a:chOff x="0" y="0"/>
            <a:chExt cx="20155" cy="7819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314761" y="4328636"/>
            <a:ext cx="2772356" cy="15116"/>
            <a:chOff x="0" y="0"/>
            <a:chExt cx="3696475" cy="201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96462" cy="20193"/>
            </a:xfrm>
            <a:custGeom>
              <a:avLst/>
              <a:gdLst/>
              <a:ahLst/>
              <a:cxnLst/>
              <a:rect r="r" b="b" t="t" l="l"/>
              <a:pathLst>
                <a:path h="20193" w="3696462">
                  <a:moveTo>
                    <a:pt x="0" y="0"/>
                  </a:moveTo>
                  <a:lnTo>
                    <a:pt x="3696462" y="0"/>
                  </a:lnTo>
                  <a:lnTo>
                    <a:pt x="369646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072543" y="4343219"/>
            <a:ext cx="14583" cy="586445"/>
            <a:chOff x="0" y="0"/>
            <a:chExt cx="19444" cy="78192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086583" y="4328636"/>
            <a:ext cx="1115101" cy="15116"/>
            <a:chOff x="0" y="0"/>
            <a:chExt cx="1486802" cy="201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86789" cy="20193"/>
            </a:xfrm>
            <a:custGeom>
              <a:avLst/>
              <a:gdLst/>
              <a:ahLst/>
              <a:cxnLst/>
              <a:rect r="r" b="b" t="t" l="l"/>
              <a:pathLst>
                <a:path h="20193" w="1486789">
                  <a:moveTo>
                    <a:pt x="0" y="0"/>
                  </a:moveTo>
                  <a:lnTo>
                    <a:pt x="1486789" y="0"/>
                  </a:lnTo>
                  <a:lnTo>
                    <a:pt x="1486789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186559" y="4343219"/>
            <a:ext cx="15116" cy="586445"/>
            <a:chOff x="0" y="0"/>
            <a:chExt cx="20155" cy="7819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314761" y="4929121"/>
            <a:ext cx="15116" cy="585902"/>
            <a:chOff x="0" y="0"/>
            <a:chExt cx="20155" cy="7812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193" cy="781177"/>
            </a:xfrm>
            <a:custGeom>
              <a:avLst/>
              <a:gdLst/>
              <a:ahLst/>
              <a:cxnLst/>
              <a:rect r="r" b="b" t="t" l="l"/>
              <a:pathLst>
                <a:path h="781177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314761" y="4914538"/>
            <a:ext cx="2772356" cy="15116"/>
            <a:chOff x="0" y="0"/>
            <a:chExt cx="3696475" cy="201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96462" cy="20193"/>
            </a:xfrm>
            <a:custGeom>
              <a:avLst/>
              <a:gdLst/>
              <a:ahLst/>
              <a:cxnLst/>
              <a:rect r="r" b="b" t="t" l="l"/>
              <a:pathLst>
                <a:path h="20193" w="3696462">
                  <a:moveTo>
                    <a:pt x="0" y="0"/>
                  </a:moveTo>
                  <a:lnTo>
                    <a:pt x="3696462" y="0"/>
                  </a:lnTo>
                  <a:lnTo>
                    <a:pt x="3696462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072543" y="4929121"/>
            <a:ext cx="14583" cy="585902"/>
            <a:chOff x="0" y="0"/>
            <a:chExt cx="19444" cy="7812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431" cy="781177"/>
            </a:xfrm>
            <a:custGeom>
              <a:avLst/>
              <a:gdLst/>
              <a:ahLst/>
              <a:cxnLst/>
              <a:rect r="r" b="b" t="t" l="l"/>
              <a:pathLst>
                <a:path h="781177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086583" y="4914538"/>
            <a:ext cx="1115101" cy="15116"/>
            <a:chOff x="0" y="0"/>
            <a:chExt cx="1486802" cy="201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86789" cy="20193"/>
            </a:xfrm>
            <a:custGeom>
              <a:avLst/>
              <a:gdLst/>
              <a:ahLst/>
              <a:cxnLst/>
              <a:rect r="r" b="b" t="t" l="l"/>
              <a:pathLst>
                <a:path h="20193" w="1486789">
                  <a:moveTo>
                    <a:pt x="0" y="0"/>
                  </a:moveTo>
                  <a:lnTo>
                    <a:pt x="1486789" y="0"/>
                  </a:lnTo>
                  <a:lnTo>
                    <a:pt x="1486789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86559" y="4929121"/>
            <a:ext cx="15116" cy="585902"/>
            <a:chOff x="0" y="0"/>
            <a:chExt cx="20155" cy="78120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193" cy="781177"/>
            </a:xfrm>
            <a:custGeom>
              <a:avLst/>
              <a:gdLst/>
              <a:ahLst/>
              <a:cxnLst/>
              <a:rect r="r" b="b" t="t" l="l"/>
              <a:pathLst>
                <a:path h="781177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314761" y="5500440"/>
            <a:ext cx="2772356" cy="14583"/>
            <a:chOff x="0" y="0"/>
            <a:chExt cx="3696475" cy="194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96462" cy="19431"/>
            </a:xfrm>
            <a:custGeom>
              <a:avLst/>
              <a:gdLst/>
              <a:ahLst/>
              <a:cxnLst/>
              <a:rect r="r" b="b" t="t" l="l"/>
              <a:pathLst>
                <a:path h="19431" w="3696462">
                  <a:moveTo>
                    <a:pt x="0" y="0"/>
                  </a:moveTo>
                  <a:lnTo>
                    <a:pt x="3696462" y="0"/>
                  </a:lnTo>
                  <a:lnTo>
                    <a:pt x="3696462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086583" y="5500440"/>
            <a:ext cx="1115101" cy="14583"/>
            <a:chOff x="0" y="0"/>
            <a:chExt cx="1486802" cy="194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86789" cy="19431"/>
            </a:xfrm>
            <a:custGeom>
              <a:avLst/>
              <a:gdLst/>
              <a:ahLst/>
              <a:cxnLst/>
              <a:rect r="r" b="b" t="t" l="l"/>
              <a:pathLst>
                <a:path h="19431" w="1486789">
                  <a:moveTo>
                    <a:pt x="0" y="0"/>
                  </a:moveTo>
                  <a:lnTo>
                    <a:pt x="1486789" y="0"/>
                  </a:lnTo>
                  <a:lnTo>
                    <a:pt x="148678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85596" y="2550071"/>
            <a:ext cx="15786364" cy="3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spc="-1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"4컷이 서로 닮았다"는 판정에 쓸 수 없었습니다 — 아래 셋 다 4컷 판정이 완전히 일치하는데, 목표와도 같은 건 맨 위 하나뿐입니다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316380" y="3258017"/>
            <a:ext cx="199907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컷 간 코사인의 문제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544799" y="3886571"/>
            <a:ext cx="241757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진짜 그림, 같은 그림체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302039" y="3886571"/>
            <a:ext cx="67337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0.668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544799" y="4472473"/>
            <a:ext cx="241757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진짜 그림, 다른 그림체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302039" y="4472473"/>
            <a:ext cx="67337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0.653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544799" y="5058375"/>
            <a:ext cx="165617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정확도와의 상관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302039" y="5058375"/>
            <a:ext cx="67337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0.290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029580" y="3743277"/>
            <a:ext cx="1615145" cy="928802"/>
            <a:chOff x="0" y="0"/>
            <a:chExt cx="2153526" cy="123840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53539" cy="1238377"/>
            </a:xfrm>
            <a:custGeom>
              <a:avLst/>
              <a:gdLst/>
              <a:ahLst/>
              <a:cxnLst/>
              <a:rect r="r" b="b" t="t" l="l"/>
              <a:pathLst>
                <a:path h="1238377" w="2153539">
                  <a:moveTo>
                    <a:pt x="0" y="0"/>
                  </a:moveTo>
                  <a:lnTo>
                    <a:pt x="2153539" y="0"/>
                  </a:lnTo>
                  <a:lnTo>
                    <a:pt x="2153539" y="1238377"/>
                  </a:lnTo>
                  <a:lnTo>
                    <a:pt x="0" y="1238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644182" y="3743277"/>
            <a:ext cx="1472041" cy="928802"/>
            <a:chOff x="0" y="0"/>
            <a:chExt cx="1962721" cy="123840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62658" cy="1238377"/>
            </a:xfrm>
            <a:custGeom>
              <a:avLst/>
              <a:gdLst/>
              <a:ahLst/>
              <a:cxnLst/>
              <a:rect r="r" b="b" t="t" l="l"/>
              <a:pathLst>
                <a:path h="1238377" w="1962658">
                  <a:moveTo>
                    <a:pt x="0" y="0"/>
                  </a:moveTo>
                  <a:lnTo>
                    <a:pt x="1962658" y="0"/>
                  </a:lnTo>
                  <a:lnTo>
                    <a:pt x="1962658" y="1238377"/>
                  </a:lnTo>
                  <a:lnTo>
                    <a:pt x="0" y="1238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5115680" y="3743277"/>
            <a:ext cx="1472584" cy="928802"/>
            <a:chOff x="0" y="0"/>
            <a:chExt cx="1963445" cy="123840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63420" cy="1238377"/>
            </a:xfrm>
            <a:custGeom>
              <a:avLst/>
              <a:gdLst/>
              <a:ahLst/>
              <a:cxnLst/>
              <a:rect r="r" b="b" t="t" l="l"/>
              <a:pathLst>
                <a:path h="1238377" w="1963420">
                  <a:moveTo>
                    <a:pt x="0" y="0"/>
                  </a:moveTo>
                  <a:lnTo>
                    <a:pt x="1963420" y="0"/>
                  </a:lnTo>
                  <a:lnTo>
                    <a:pt x="1963420" y="1238377"/>
                  </a:lnTo>
                  <a:lnTo>
                    <a:pt x="0" y="1238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1F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015540" y="3743277"/>
            <a:ext cx="14583" cy="943385"/>
            <a:chOff x="0" y="0"/>
            <a:chExt cx="19444" cy="125784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431" cy="1257808"/>
            </a:xfrm>
            <a:custGeom>
              <a:avLst/>
              <a:gdLst/>
              <a:ahLst/>
              <a:cxnLst/>
              <a:rect r="r" b="b" t="t" l="l"/>
              <a:pathLst>
                <a:path h="1257808" w="19431">
                  <a:moveTo>
                    <a:pt x="0" y="0"/>
                  </a:moveTo>
                  <a:lnTo>
                    <a:pt x="19431" y="0"/>
                  </a:lnTo>
                  <a:lnTo>
                    <a:pt x="19431" y="1257808"/>
                  </a:lnTo>
                  <a:lnTo>
                    <a:pt x="0" y="1257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015540" y="3743277"/>
            <a:ext cx="1643758" cy="14583"/>
            <a:chOff x="0" y="0"/>
            <a:chExt cx="2191677" cy="194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1639" cy="19431"/>
            </a:xfrm>
            <a:custGeom>
              <a:avLst/>
              <a:gdLst/>
              <a:ahLst/>
              <a:cxnLst/>
              <a:rect r="r" b="b" t="t" l="l"/>
              <a:pathLst>
                <a:path h="19431" w="2191639">
                  <a:moveTo>
                    <a:pt x="0" y="0"/>
                  </a:moveTo>
                  <a:lnTo>
                    <a:pt x="2191639" y="0"/>
                  </a:lnTo>
                  <a:lnTo>
                    <a:pt x="21916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644182" y="3743277"/>
            <a:ext cx="15116" cy="943385"/>
            <a:chOff x="0" y="0"/>
            <a:chExt cx="20155" cy="125784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193" cy="1257808"/>
            </a:xfrm>
            <a:custGeom>
              <a:avLst/>
              <a:gdLst/>
              <a:ahLst/>
              <a:cxnLst/>
              <a:rect r="r" b="b" t="t" l="l"/>
              <a:pathLst>
                <a:path h="1257808" w="20193">
                  <a:moveTo>
                    <a:pt x="0" y="0"/>
                  </a:moveTo>
                  <a:lnTo>
                    <a:pt x="20193" y="0"/>
                  </a:lnTo>
                  <a:lnTo>
                    <a:pt x="20193" y="1257808"/>
                  </a:lnTo>
                  <a:lnTo>
                    <a:pt x="0" y="1257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658764" y="3743277"/>
            <a:ext cx="1472041" cy="14583"/>
            <a:chOff x="0" y="0"/>
            <a:chExt cx="1962721" cy="194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62658" cy="19431"/>
            </a:xfrm>
            <a:custGeom>
              <a:avLst/>
              <a:gdLst/>
              <a:ahLst/>
              <a:cxnLst/>
              <a:rect r="r" b="b" t="t" l="l"/>
              <a:pathLst>
                <a:path h="19431" w="1962658">
                  <a:moveTo>
                    <a:pt x="0" y="0"/>
                  </a:moveTo>
                  <a:lnTo>
                    <a:pt x="1962658" y="0"/>
                  </a:lnTo>
                  <a:lnTo>
                    <a:pt x="19626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5115680" y="3743277"/>
            <a:ext cx="15116" cy="943385"/>
            <a:chOff x="0" y="0"/>
            <a:chExt cx="20155" cy="125784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193" cy="1257808"/>
            </a:xfrm>
            <a:custGeom>
              <a:avLst/>
              <a:gdLst/>
              <a:ahLst/>
              <a:cxnLst/>
              <a:rect r="r" b="b" t="t" l="l"/>
              <a:pathLst>
                <a:path h="1257808" w="20193">
                  <a:moveTo>
                    <a:pt x="0" y="0"/>
                  </a:moveTo>
                  <a:lnTo>
                    <a:pt x="20193" y="0"/>
                  </a:lnTo>
                  <a:lnTo>
                    <a:pt x="20193" y="1257808"/>
                  </a:lnTo>
                  <a:lnTo>
                    <a:pt x="0" y="1257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130262" y="3743277"/>
            <a:ext cx="1472041" cy="14583"/>
            <a:chOff x="0" y="0"/>
            <a:chExt cx="1962721" cy="1944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962658" cy="19431"/>
            </a:xfrm>
            <a:custGeom>
              <a:avLst/>
              <a:gdLst/>
              <a:ahLst/>
              <a:cxnLst/>
              <a:rect r="r" b="b" t="t" l="l"/>
              <a:pathLst>
                <a:path h="19431" w="1962658">
                  <a:moveTo>
                    <a:pt x="0" y="0"/>
                  </a:moveTo>
                  <a:lnTo>
                    <a:pt x="1962658" y="0"/>
                  </a:lnTo>
                  <a:lnTo>
                    <a:pt x="19626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6587721" y="3743277"/>
            <a:ext cx="14583" cy="943385"/>
            <a:chOff x="0" y="0"/>
            <a:chExt cx="19444" cy="125784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431" cy="1257808"/>
            </a:xfrm>
            <a:custGeom>
              <a:avLst/>
              <a:gdLst/>
              <a:ahLst/>
              <a:cxnLst/>
              <a:rect r="r" b="b" t="t" l="l"/>
              <a:pathLst>
                <a:path h="1257808" w="19431">
                  <a:moveTo>
                    <a:pt x="0" y="0"/>
                  </a:moveTo>
                  <a:lnTo>
                    <a:pt x="19431" y="0"/>
                  </a:lnTo>
                  <a:lnTo>
                    <a:pt x="19431" y="1257808"/>
                  </a:lnTo>
                  <a:lnTo>
                    <a:pt x="0" y="1257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015540" y="4686119"/>
            <a:ext cx="14583" cy="586445"/>
            <a:chOff x="0" y="0"/>
            <a:chExt cx="19444" cy="78192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015540" y="4671536"/>
            <a:ext cx="1643758" cy="15116"/>
            <a:chOff x="0" y="0"/>
            <a:chExt cx="2191677" cy="2015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91639" cy="20193"/>
            </a:xfrm>
            <a:custGeom>
              <a:avLst/>
              <a:gdLst/>
              <a:ahLst/>
              <a:cxnLst/>
              <a:rect r="r" b="b" t="t" l="l"/>
              <a:pathLst>
                <a:path h="20193" w="2191639">
                  <a:moveTo>
                    <a:pt x="0" y="0"/>
                  </a:moveTo>
                  <a:lnTo>
                    <a:pt x="2191639" y="0"/>
                  </a:lnTo>
                  <a:lnTo>
                    <a:pt x="2191639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644182" y="4686119"/>
            <a:ext cx="15116" cy="586445"/>
            <a:chOff x="0" y="0"/>
            <a:chExt cx="20155" cy="78192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658764" y="4671536"/>
            <a:ext cx="1472041" cy="15116"/>
            <a:chOff x="0" y="0"/>
            <a:chExt cx="1962721" cy="2015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62658" cy="20193"/>
            </a:xfrm>
            <a:custGeom>
              <a:avLst/>
              <a:gdLst/>
              <a:ahLst/>
              <a:cxnLst/>
              <a:rect r="r" b="b" t="t" l="l"/>
              <a:pathLst>
                <a:path h="20193" w="1962658">
                  <a:moveTo>
                    <a:pt x="0" y="0"/>
                  </a:moveTo>
                  <a:lnTo>
                    <a:pt x="1962658" y="0"/>
                  </a:lnTo>
                  <a:lnTo>
                    <a:pt x="196265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5115680" y="4686119"/>
            <a:ext cx="15116" cy="586445"/>
            <a:chOff x="0" y="0"/>
            <a:chExt cx="20155" cy="78192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5130262" y="4671536"/>
            <a:ext cx="1472041" cy="15116"/>
            <a:chOff x="0" y="0"/>
            <a:chExt cx="1962721" cy="2015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962658" cy="20193"/>
            </a:xfrm>
            <a:custGeom>
              <a:avLst/>
              <a:gdLst/>
              <a:ahLst/>
              <a:cxnLst/>
              <a:rect r="r" b="b" t="t" l="l"/>
              <a:pathLst>
                <a:path h="20193" w="1962658">
                  <a:moveTo>
                    <a:pt x="0" y="0"/>
                  </a:moveTo>
                  <a:lnTo>
                    <a:pt x="1962658" y="0"/>
                  </a:lnTo>
                  <a:lnTo>
                    <a:pt x="1962658" y="20193"/>
                  </a:lnTo>
                  <a:lnTo>
                    <a:pt x="0" y="20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6587721" y="4686119"/>
            <a:ext cx="14583" cy="586445"/>
            <a:chOff x="0" y="0"/>
            <a:chExt cx="19444" cy="78192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015540" y="5272021"/>
            <a:ext cx="14583" cy="585902"/>
            <a:chOff x="0" y="0"/>
            <a:chExt cx="19444" cy="78120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431" cy="781177"/>
            </a:xfrm>
            <a:custGeom>
              <a:avLst/>
              <a:gdLst/>
              <a:ahLst/>
              <a:cxnLst/>
              <a:rect r="r" b="b" t="t" l="l"/>
              <a:pathLst>
                <a:path h="781177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015540" y="5257438"/>
            <a:ext cx="1643758" cy="15659"/>
            <a:chOff x="0" y="0"/>
            <a:chExt cx="2191677" cy="2087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91639" cy="20828"/>
            </a:xfrm>
            <a:custGeom>
              <a:avLst/>
              <a:gdLst/>
              <a:ahLst/>
              <a:cxnLst/>
              <a:rect r="r" b="b" t="t" l="l"/>
              <a:pathLst>
                <a:path h="20828" w="2191639">
                  <a:moveTo>
                    <a:pt x="0" y="0"/>
                  </a:moveTo>
                  <a:lnTo>
                    <a:pt x="2191639" y="0"/>
                  </a:lnTo>
                  <a:lnTo>
                    <a:pt x="2191639" y="20828"/>
                  </a:lnTo>
                  <a:lnTo>
                    <a:pt x="0" y="208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3644182" y="5272021"/>
            <a:ext cx="15116" cy="585902"/>
            <a:chOff x="0" y="0"/>
            <a:chExt cx="20155" cy="78120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0193" cy="781177"/>
            </a:xfrm>
            <a:custGeom>
              <a:avLst/>
              <a:gdLst/>
              <a:ahLst/>
              <a:cxnLst/>
              <a:rect r="r" b="b" t="t" l="l"/>
              <a:pathLst>
                <a:path h="781177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658764" y="5257438"/>
            <a:ext cx="1472041" cy="15659"/>
            <a:chOff x="0" y="0"/>
            <a:chExt cx="1962721" cy="2087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962658" cy="20828"/>
            </a:xfrm>
            <a:custGeom>
              <a:avLst/>
              <a:gdLst/>
              <a:ahLst/>
              <a:cxnLst/>
              <a:rect r="r" b="b" t="t" l="l"/>
              <a:pathLst>
                <a:path h="20828" w="1962658">
                  <a:moveTo>
                    <a:pt x="0" y="0"/>
                  </a:moveTo>
                  <a:lnTo>
                    <a:pt x="1962658" y="0"/>
                  </a:lnTo>
                  <a:lnTo>
                    <a:pt x="1962658" y="20828"/>
                  </a:lnTo>
                  <a:lnTo>
                    <a:pt x="0" y="208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5115680" y="5272021"/>
            <a:ext cx="15116" cy="585902"/>
            <a:chOff x="0" y="0"/>
            <a:chExt cx="20155" cy="78120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0193" cy="781177"/>
            </a:xfrm>
            <a:custGeom>
              <a:avLst/>
              <a:gdLst/>
              <a:ahLst/>
              <a:cxnLst/>
              <a:rect r="r" b="b" t="t" l="l"/>
              <a:pathLst>
                <a:path h="781177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5130262" y="5257438"/>
            <a:ext cx="1472041" cy="15659"/>
            <a:chOff x="0" y="0"/>
            <a:chExt cx="1962721" cy="2087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962658" cy="20828"/>
            </a:xfrm>
            <a:custGeom>
              <a:avLst/>
              <a:gdLst/>
              <a:ahLst/>
              <a:cxnLst/>
              <a:rect r="r" b="b" t="t" l="l"/>
              <a:pathLst>
                <a:path h="20828" w="1962658">
                  <a:moveTo>
                    <a:pt x="0" y="0"/>
                  </a:moveTo>
                  <a:lnTo>
                    <a:pt x="1962658" y="0"/>
                  </a:lnTo>
                  <a:lnTo>
                    <a:pt x="1962658" y="20828"/>
                  </a:lnTo>
                  <a:lnTo>
                    <a:pt x="0" y="208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6587721" y="5272021"/>
            <a:ext cx="14583" cy="585902"/>
            <a:chOff x="0" y="0"/>
            <a:chExt cx="19444" cy="78120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9431" cy="781177"/>
            </a:xfrm>
            <a:custGeom>
              <a:avLst/>
              <a:gdLst/>
              <a:ahLst/>
              <a:cxnLst/>
              <a:rect r="r" b="b" t="t" l="l"/>
              <a:pathLst>
                <a:path h="781177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177"/>
                  </a:lnTo>
                  <a:lnTo>
                    <a:pt x="0" y="781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015540" y="5857380"/>
            <a:ext cx="14583" cy="586445"/>
            <a:chOff x="0" y="0"/>
            <a:chExt cx="19444" cy="78192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015540" y="5843340"/>
            <a:ext cx="1643758" cy="14583"/>
            <a:chOff x="0" y="0"/>
            <a:chExt cx="2191677" cy="1944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191639" cy="19431"/>
            </a:xfrm>
            <a:custGeom>
              <a:avLst/>
              <a:gdLst/>
              <a:ahLst/>
              <a:cxnLst/>
              <a:rect r="r" b="b" t="t" l="l"/>
              <a:pathLst>
                <a:path h="19431" w="2191639">
                  <a:moveTo>
                    <a:pt x="0" y="0"/>
                  </a:moveTo>
                  <a:lnTo>
                    <a:pt x="2191639" y="0"/>
                  </a:lnTo>
                  <a:lnTo>
                    <a:pt x="21916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644182" y="5857380"/>
            <a:ext cx="15116" cy="586445"/>
            <a:chOff x="0" y="0"/>
            <a:chExt cx="20155" cy="78192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658764" y="5843340"/>
            <a:ext cx="1472041" cy="14583"/>
            <a:chOff x="0" y="0"/>
            <a:chExt cx="1962721" cy="1944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962658" cy="19431"/>
            </a:xfrm>
            <a:custGeom>
              <a:avLst/>
              <a:gdLst/>
              <a:ahLst/>
              <a:cxnLst/>
              <a:rect r="r" b="b" t="t" l="l"/>
              <a:pathLst>
                <a:path h="19431" w="1962658">
                  <a:moveTo>
                    <a:pt x="0" y="0"/>
                  </a:moveTo>
                  <a:lnTo>
                    <a:pt x="1962658" y="0"/>
                  </a:lnTo>
                  <a:lnTo>
                    <a:pt x="19626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5115680" y="5857380"/>
            <a:ext cx="15116" cy="586445"/>
            <a:chOff x="0" y="0"/>
            <a:chExt cx="20155" cy="78192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193" cy="781939"/>
            </a:xfrm>
            <a:custGeom>
              <a:avLst/>
              <a:gdLst/>
              <a:ahLst/>
              <a:cxnLst/>
              <a:rect r="r" b="b" t="t" l="l"/>
              <a:pathLst>
                <a:path h="781939" w="20193">
                  <a:moveTo>
                    <a:pt x="0" y="0"/>
                  </a:moveTo>
                  <a:lnTo>
                    <a:pt x="20193" y="0"/>
                  </a:lnTo>
                  <a:lnTo>
                    <a:pt x="20193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130262" y="5843340"/>
            <a:ext cx="1472041" cy="14583"/>
            <a:chOff x="0" y="0"/>
            <a:chExt cx="1962721" cy="1944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962658" cy="19431"/>
            </a:xfrm>
            <a:custGeom>
              <a:avLst/>
              <a:gdLst/>
              <a:ahLst/>
              <a:cxnLst/>
              <a:rect r="r" b="b" t="t" l="l"/>
              <a:pathLst>
                <a:path h="19431" w="1962658">
                  <a:moveTo>
                    <a:pt x="0" y="0"/>
                  </a:moveTo>
                  <a:lnTo>
                    <a:pt x="1962658" y="0"/>
                  </a:lnTo>
                  <a:lnTo>
                    <a:pt x="19626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6587721" y="5857380"/>
            <a:ext cx="14583" cy="586445"/>
            <a:chOff x="0" y="0"/>
            <a:chExt cx="19444" cy="78192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9431" cy="781939"/>
            </a:xfrm>
            <a:custGeom>
              <a:avLst/>
              <a:gdLst/>
              <a:ahLst/>
              <a:cxnLst/>
              <a:rect r="r" b="b" t="t" l="l"/>
              <a:pathLst>
                <a:path h="781939" w="19431">
                  <a:moveTo>
                    <a:pt x="0" y="0"/>
                  </a:moveTo>
                  <a:lnTo>
                    <a:pt x="19431" y="0"/>
                  </a:lnTo>
                  <a:lnTo>
                    <a:pt x="19431" y="781939"/>
                  </a:lnTo>
                  <a:lnTo>
                    <a:pt x="0" y="781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015540" y="6429242"/>
            <a:ext cx="1643758" cy="14583"/>
            <a:chOff x="0" y="0"/>
            <a:chExt cx="2191677" cy="1944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191639" cy="19431"/>
            </a:xfrm>
            <a:custGeom>
              <a:avLst/>
              <a:gdLst/>
              <a:ahLst/>
              <a:cxnLst/>
              <a:rect r="r" b="b" t="t" l="l"/>
              <a:pathLst>
                <a:path h="19431" w="2191639">
                  <a:moveTo>
                    <a:pt x="0" y="0"/>
                  </a:moveTo>
                  <a:lnTo>
                    <a:pt x="2191639" y="0"/>
                  </a:lnTo>
                  <a:lnTo>
                    <a:pt x="2191639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658764" y="6429242"/>
            <a:ext cx="1472041" cy="14583"/>
            <a:chOff x="0" y="0"/>
            <a:chExt cx="1962721" cy="1944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962658" cy="19431"/>
            </a:xfrm>
            <a:custGeom>
              <a:avLst/>
              <a:gdLst/>
              <a:ahLst/>
              <a:cxnLst/>
              <a:rect r="r" b="b" t="t" l="l"/>
              <a:pathLst>
                <a:path h="19431" w="1962658">
                  <a:moveTo>
                    <a:pt x="0" y="0"/>
                  </a:moveTo>
                  <a:lnTo>
                    <a:pt x="1962658" y="0"/>
                  </a:lnTo>
                  <a:lnTo>
                    <a:pt x="19626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5130262" y="6429242"/>
            <a:ext cx="1472041" cy="14583"/>
            <a:chOff x="0" y="0"/>
            <a:chExt cx="1962721" cy="1944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962658" cy="19431"/>
            </a:xfrm>
            <a:custGeom>
              <a:avLst/>
              <a:gdLst/>
              <a:ahLst/>
              <a:cxnLst/>
              <a:rect r="r" b="b" t="t" l="l"/>
              <a:pathLst>
                <a:path h="19431" w="1962658">
                  <a:moveTo>
                    <a:pt x="0" y="0"/>
                  </a:moveTo>
                  <a:lnTo>
                    <a:pt x="1962658" y="0"/>
                  </a:lnTo>
                  <a:lnTo>
                    <a:pt x="1962658" y="19431"/>
                  </a:lnTo>
                  <a:lnTo>
                    <a:pt x="0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DE5"/>
            </a:solidFill>
          </p:spPr>
        </p:sp>
      </p:grpSp>
      <p:sp>
        <p:nvSpPr>
          <p:cNvPr name="TextBox 117" id="117"/>
          <p:cNvSpPr txBox="true"/>
          <p:nvPr/>
        </p:nvSpPr>
        <p:spPr>
          <a:xfrm rot="0">
            <a:off x="6316380" y="5700979"/>
            <a:ext cx="480492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차이가 0.015 — 겹친다. 이 자로는 못 가른다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2016616" y="3258017"/>
            <a:ext cx="245645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라벨 일치도로 다시 세면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2245045" y="4045877"/>
            <a:ext cx="485461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조건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3870981" y="3888734"/>
            <a:ext cx="1010336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4컷 라벨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3870981" y="4203011"/>
            <a:ext cx="1031938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전부 같음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5343556" y="3888734"/>
            <a:ext cx="1031938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그중 목표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5343556" y="4203011"/>
            <a:ext cx="1031938" cy="32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b="true" sz="2145" spc="-1">
                <a:solidFill>
                  <a:srgbClr val="14273D"/>
                </a:solidFill>
                <a:latin typeface="Arimo Bold"/>
                <a:ea typeface="Arimo Bold"/>
                <a:cs typeface="Arimo Bold"/>
                <a:sym typeface="Arimo Bold"/>
              </a:rPr>
              <a:t>와도 같음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2245045" y="4815373"/>
            <a:ext cx="45576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독립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3870981" y="4815373"/>
            <a:ext cx="527037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0 / 9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5343556" y="4815373"/>
            <a:ext cx="527037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0 / 9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2245045" y="5401275"/>
            <a:ext cx="455762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순차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3870981" y="5401275"/>
            <a:ext cx="527037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4 / 9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5343556" y="5401275"/>
            <a:ext cx="527037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2 / 9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2245045" y="5987177"/>
            <a:ext cx="1290056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보증 + 순차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3870981" y="5987177"/>
            <a:ext cx="527037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4 / 9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5343556" y="5987177"/>
            <a:ext cx="527037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1B1B1B"/>
                </a:solidFill>
                <a:latin typeface="Arimo"/>
                <a:ea typeface="Arimo"/>
                <a:cs typeface="Arimo"/>
                <a:sym typeface="Arimo"/>
              </a:rPr>
              <a:t>3 / 9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885596" y="7615819"/>
            <a:ext cx="670463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앞 컷 물리기: 일관성 +0.1348 [+0.1106~+0.1576] · 정확도 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7390438" y="7535894"/>
            <a:ext cx="256499" cy="38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Noto Sans"/>
                <a:ea typeface="Noto Sans"/>
                <a:cs typeface="Noto Sans"/>
                <a:sym typeface="Noto Sans"/>
              </a:rPr>
              <a:t>−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7532999" y="7615819"/>
            <a:ext cx="993057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0.1429 [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8531457" y="7535894"/>
            <a:ext cx="256499" cy="38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Noto Sans"/>
                <a:ea typeface="Noto Sans"/>
                <a:cs typeface="Noto Sans"/>
                <a:sym typeface="Noto Sans"/>
              </a:rPr>
              <a:t>−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8674560" y="7615819"/>
            <a:ext cx="993057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0.2857~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9672476" y="7535894"/>
            <a:ext cx="256499" cy="38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Noto Sans"/>
                <a:ea typeface="Noto Sans"/>
                <a:cs typeface="Noto Sans"/>
                <a:sym typeface="Noto Sans"/>
              </a:rPr>
              <a:t>−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9815036" y="7615819"/>
            <a:ext cx="760319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1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0.0476]. </a:t>
            </a:r>
            <a:r>
              <a:rPr lang="en-US" b="true" sz="2025" spc="-1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얻은 것과 잃은 것이 같이 왔고, 그래서 첫 컷 보증이 필요했습니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885596" y="8029994"/>
            <a:ext cx="25649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spc="-1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다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7434979" y="9862214"/>
            <a:ext cx="521103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spc="-1">
                <a:solidFill>
                  <a:srgbClr val="C8C8C8"/>
                </a:solidFill>
                <a:latin typeface="Arimo"/>
                <a:ea typeface="Arimo"/>
                <a:cs typeface="Arimo"/>
                <a:sym typeface="Arimo"/>
              </a:rPr>
              <a:t>백업 2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DAHR71BWZFA</dc:identifier>
  <dcterms:modified xsi:type="dcterms:W3CDTF">2011-08-01T06:04:30Z</dcterms:modified>
  <cp:revision>1</cp:revision>
  <dc:title>Retriever_Toon_발표_0811.pptx</dc:title>
</cp:coreProperties>
</file>